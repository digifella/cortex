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29"/>
  </p:notesMasterIdLst>
  <p:sldIdLst>
    <p:sldId id="256" r:id="rId2"/>
    <p:sldId id="303" r:id="rId3"/>
    <p:sldId id="323" r:id="rId4"/>
    <p:sldId id="304" r:id="rId5"/>
    <p:sldId id="294" r:id="rId6"/>
    <p:sldId id="329" r:id="rId7"/>
    <p:sldId id="326" r:id="rId8"/>
    <p:sldId id="318" r:id="rId9"/>
    <p:sldId id="333" r:id="rId10"/>
    <p:sldId id="330" r:id="rId11"/>
    <p:sldId id="321" r:id="rId12"/>
    <p:sldId id="295" r:id="rId13"/>
    <p:sldId id="296" r:id="rId14"/>
    <p:sldId id="308" r:id="rId15"/>
    <p:sldId id="297" r:id="rId16"/>
    <p:sldId id="298" r:id="rId17"/>
    <p:sldId id="299" r:id="rId18"/>
    <p:sldId id="300" r:id="rId19"/>
    <p:sldId id="301" r:id="rId20"/>
    <p:sldId id="309" r:id="rId21"/>
    <p:sldId id="334" r:id="rId22"/>
    <p:sldId id="336" r:id="rId23"/>
    <p:sldId id="335" r:id="rId24"/>
    <p:sldId id="328" r:id="rId25"/>
    <p:sldId id="331" r:id="rId26"/>
    <p:sldId id="310" r:id="rId27"/>
    <p:sldId id="324" r:id="rId28"/>
  </p:sldIdLst>
  <p:sldSz cx="9144000" cy="6858000" type="screen4x3"/>
  <p:notesSz cx="6858000" cy="9144000"/>
  <p:defaultTextStyle>
    <a:defPPr>
      <a:defRPr lang="en-AU"/>
    </a:defPPr>
    <a:lvl1pPr algn="ctr" rtl="0" fontAlgn="base">
      <a:lnSpc>
        <a:spcPct val="105000"/>
      </a:lnSpc>
      <a:spcBef>
        <a:spcPct val="60000"/>
      </a:spcBef>
      <a:spcAft>
        <a:spcPct val="0"/>
      </a:spcAft>
      <a:defRPr sz="1400" kern="1200">
        <a:solidFill>
          <a:schemeClr val="tx1"/>
        </a:solidFill>
        <a:latin typeface="Arial" charset="0"/>
        <a:ea typeface="+mn-ea"/>
        <a:cs typeface="Arial" charset="0"/>
      </a:defRPr>
    </a:lvl1pPr>
    <a:lvl2pPr marL="457200" algn="ctr" rtl="0" fontAlgn="base">
      <a:lnSpc>
        <a:spcPct val="105000"/>
      </a:lnSpc>
      <a:spcBef>
        <a:spcPct val="60000"/>
      </a:spcBef>
      <a:spcAft>
        <a:spcPct val="0"/>
      </a:spcAft>
      <a:defRPr sz="1400" kern="1200">
        <a:solidFill>
          <a:schemeClr val="tx1"/>
        </a:solidFill>
        <a:latin typeface="Arial" charset="0"/>
        <a:ea typeface="+mn-ea"/>
        <a:cs typeface="Arial" charset="0"/>
      </a:defRPr>
    </a:lvl2pPr>
    <a:lvl3pPr marL="914400" algn="ctr" rtl="0" fontAlgn="base">
      <a:lnSpc>
        <a:spcPct val="105000"/>
      </a:lnSpc>
      <a:spcBef>
        <a:spcPct val="60000"/>
      </a:spcBef>
      <a:spcAft>
        <a:spcPct val="0"/>
      </a:spcAft>
      <a:defRPr sz="1400" kern="1200">
        <a:solidFill>
          <a:schemeClr val="tx1"/>
        </a:solidFill>
        <a:latin typeface="Arial" charset="0"/>
        <a:ea typeface="+mn-ea"/>
        <a:cs typeface="Arial" charset="0"/>
      </a:defRPr>
    </a:lvl3pPr>
    <a:lvl4pPr marL="1371600" algn="ctr" rtl="0" fontAlgn="base">
      <a:lnSpc>
        <a:spcPct val="105000"/>
      </a:lnSpc>
      <a:spcBef>
        <a:spcPct val="60000"/>
      </a:spcBef>
      <a:spcAft>
        <a:spcPct val="0"/>
      </a:spcAft>
      <a:defRPr sz="1400" kern="1200">
        <a:solidFill>
          <a:schemeClr val="tx1"/>
        </a:solidFill>
        <a:latin typeface="Arial" charset="0"/>
        <a:ea typeface="+mn-ea"/>
        <a:cs typeface="Arial" charset="0"/>
      </a:defRPr>
    </a:lvl4pPr>
    <a:lvl5pPr marL="1828800" algn="ctr" rtl="0" fontAlgn="base">
      <a:lnSpc>
        <a:spcPct val="105000"/>
      </a:lnSpc>
      <a:spcBef>
        <a:spcPct val="60000"/>
      </a:spcBef>
      <a:spcAft>
        <a:spcPct val="0"/>
      </a:spcAft>
      <a:defRPr sz="1400" kern="1200">
        <a:solidFill>
          <a:schemeClr val="tx1"/>
        </a:solidFill>
        <a:latin typeface="Arial" charset="0"/>
        <a:ea typeface="+mn-ea"/>
        <a:cs typeface="Arial" charset="0"/>
      </a:defRPr>
    </a:lvl5pPr>
    <a:lvl6pPr marL="2286000" algn="l" defTabSz="914400" rtl="0" eaLnBrk="1" latinLnBrk="0" hangingPunct="1">
      <a:defRPr sz="1400" kern="1200">
        <a:solidFill>
          <a:schemeClr val="tx1"/>
        </a:solidFill>
        <a:latin typeface="Arial" charset="0"/>
        <a:ea typeface="+mn-ea"/>
        <a:cs typeface="Arial" charset="0"/>
      </a:defRPr>
    </a:lvl6pPr>
    <a:lvl7pPr marL="2743200" algn="l" defTabSz="914400" rtl="0" eaLnBrk="1" latinLnBrk="0" hangingPunct="1">
      <a:defRPr sz="1400" kern="1200">
        <a:solidFill>
          <a:schemeClr val="tx1"/>
        </a:solidFill>
        <a:latin typeface="Arial" charset="0"/>
        <a:ea typeface="+mn-ea"/>
        <a:cs typeface="Arial" charset="0"/>
      </a:defRPr>
    </a:lvl7pPr>
    <a:lvl8pPr marL="3200400" algn="l" defTabSz="914400" rtl="0" eaLnBrk="1" latinLnBrk="0" hangingPunct="1">
      <a:defRPr sz="1400" kern="1200">
        <a:solidFill>
          <a:schemeClr val="tx1"/>
        </a:solidFill>
        <a:latin typeface="Arial" charset="0"/>
        <a:ea typeface="+mn-ea"/>
        <a:cs typeface="Arial" charset="0"/>
      </a:defRPr>
    </a:lvl8pPr>
    <a:lvl9pPr marL="3657600" algn="l" defTabSz="914400" rtl="0" eaLnBrk="1" latinLnBrk="0" hangingPunct="1">
      <a:defRPr sz="14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69" d="100"/>
          <a:sy n="69" d="100"/>
        </p:scale>
        <p:origin x="-1428" y="-96"/>
      </p:cViewPr>
      <p:guideLst>
        <p:guide orient="horz" pos="2160"/>
        <p:guide pos="288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2A6AFE-8DD5-40D0-9061-0D0F9156BF22}" type="datetimeFigureOut">
              <a:rPr lang="en-AU" smtClean="0"/>
              <a:t>2/12/2011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553C0B-74E7-49EC-BFCB-C299AD27247B}" type="slidenum">
              <a:rPr lang="en-AU" smtClean="0"/>
              <a:t>‹#›</a:t>
            </a:fld>
            <a:endParaRPr lang="en-AU"/>
          </a:p>
        </p:txBody>
      </p:sp>
    </p:spTree>
    <p:extLst>
      <p:ext uri="{BB962C8B-B14F-4D97-AF65-F5344CB8AC3E}">
        <p14:creationId xmlns:p14="http://schemas.microsoft.com/office/powerpoint/2010/main" val="2490558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AU" dirty="0" smtClean="0"/>
              <a:t>BASE,6,52,53,56,57,64, 52</a:t>
            </a:r>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ED3F1346-35CE-4613-B4AF-6B2534FE2473}" type="slidenum">
              <a:rPr lang="en-AU"/>
              <a:pPr fontAlgn="base">
                <a:spcBef>
                  <a:spcPct val="0"/>
                </a:spcBef>
                <a:spcAft>
                  <a:spcPct val="0"/>
                </a:spcAft>
              </a:pPr>
              <a:t>13</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AU" dirty="0" smtClean="0"/>
              <a:t>BASE,6,52,53,56,57,64, 52</a:t>
            </a:r>
          </a:p>
        </p:txBody>
      </p:sp>
      <p:sp>
        <p:nvSpPr>
          <p:cNvPr id="112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ED3F1346-35CE-4613-B4AF-6B2534FE2473}" type="slidenum">
              <a:rPr lang="en-AU"/>
              <a:pPr fontAlgn="base">
                <a:spcBef>
                  <a:spcPct val="0"/>
                </a:spcBef>
                <a:spcAft>
                  <a:spcPct val="0"/>
                </a:spcAft>
              </a:pPr>
              <a:t>14</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AU" dirty="0" smtClean="0"/>
              <a:t>9,4,10,71,72,76,77,78,79,80,81,83,8,11,12,13,19,30</a:t>
            </a:r>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D3673841-94D1-4B73-8600-60CFF3C20D35}" type="slidenum">
              <a:rPr lang="en-AU"/>
              <a:pPr fontAlgn="base">
                <a:spcBef>
                  <a:spcPct val="0"/>
                </a:spcBef>
                <a:spcAft>
                  <a:spcPct val="0"/>
                </a:spcAft>
              </a:pPr>
              <a:t>15</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AU" dirty="0" smtClean="0"/>
              <a:t>0,31,34,39,40,85,2,54,18,23,26</a:t>
            </a:r>
          </a:p>
        </p:txBody>
      </p:sp>
      <p:sp>
        <p:nvSpPr>
          <p:cNvPr id="133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A75B561E-F260-4F28-8A12-765A35D4F44E}" type="slidenum">
              <a:rPr lang="en-AU"/>
              <a:pPr fontAlgn="base">
                <a:spcBef>
                  <a:spcPct val="0"/>
                </a:spcBef>
                <a:spcAft>
                  <a:spcPct val="0"/>
                </a:spcAft>
              </a:pPr>
              <a:t>16</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AU" dirty="0" smtClean="0"/>
              <a:t>10,69,73,76,78,81,15</a:t>
            </a:r>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8D3D0862-D263-46E4-82D6-A892DDF4FAFC}" type="slidenum">
              <a:rPr lang="en-AU"/>
              <a:pPr fontAlgn="base">
                <a:spcBef>
                  <a:spcPct val="0"/>
                </a:spcBef>
                <a:spcAft>
                  <a:spcPct val="0"/>
                </a:spcAft>
              </a:pPr>
              <a:t>17</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AU" dirty="0" smtClean="0"/>
              <a:t>37,49,62,5,22,32,35,36,41,42 </a:t>
            </a:r>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8E6BE888-C6BF-4A0D-85AF-A4E0E9094A6E}" type="slidenum">
              <a:rPr lang="en-AU"/>
              <a:pPr fontAlgn="base">
                <a:spcBef>
                  <a:spcPct val="0"/>
                </a:spcBef>
                <a:spcAft>
                  <a:spcPct val="0"/>
                </a:spcAft>
              </a:pPr>
              <a:t>18</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AU"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F8FE3537-C9D2-4BB5-A72C-AE13820ACB95}" type="slidenum">
              <a:rPr lang="en-AU"/>
              <a:pPr fontAlgn="base">
                <a:spcBef>
                  <a:spcPct val="0"/>
                </a:spcBef>
                <a:spcAft>
                  <a:spcPct val="0"/>
                </a:spcAft>
              </a:pPr>
              <a:t>19</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AU"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F8FE3537-C9D2-4BB5-A72C-AE13820ACB95}" type="slidenum">
              <a:rPr lang="en-AU"/>
              <a:pPr fontAlgn="base">
                <a:spcBef>
                  <a:spcPct val="0"/>
                </a:spcBef>
                <a:spcAft>
                  <a:spcPct val="0"/>
                </a:spcAft>
              </a:pPr>
              <a:t>20</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AU"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F8FE3537-C9D2-4BB5-A72C-AE13820ACB95}" type="slidenum">
              <a:rPr lang="en-AU"/>
              <a:pPr fontAlgn="base">
                <a:spcBef>
                  <a:spcPct val="0"/>
                </a:spcBef>
                <a:spcAft>
                  <a:spcPct val="0"/>
                </a:spcAft>
              </a:pPr>
              <a:t>21</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AU" sz="1800" b="1" kern="1200" dirty="0" smtClean="0">
                <a:solidFill>
                  <a:schemeClr val="tx1"/>
                </a:solidFill>
                <a:effectLst/>
                <a:latin typeface="+mn-lt"/>
                <a:ea typeface="+mn-ea"/>
                <a:cs typeface="+mn-cs"/>
              </a:rPr>
              <a:t>Base Data</a:t>
            </a:r>
            <a:r>
              <a:rPr lang="en-AU" sz="1800" kern="1200" dirty="0" smtClean="0">
                <a:solidFill>
                  <a:schemeClr val="tx1"/>
                </a:solidFill>
                <a:effectLst/>
                <a:latin typeface="+mn-lt"/>
                <a:ea typeface="+mn-ea"/>
                <a:cs typeface="+mn-cs"/>
              </a:rPr>
              <a:t> –</a:t>
            </a:r>
            <a:r>
              <a:rPr lang="en-AU" sz="1800" b="1" kern="1200" dirty="0" smtClean="0">
                <a:solidFill>
                  <a:schemeClr val="tx1"/>
                </a:solidFill>
                <a:effectLst/>
                <a:latin typeface="+mn-lt"/>
                <a:ea typeface="+mn-ea"/>
                <a:cs typeface="+mn-cs"/>
              </a:rPr>
              <a:t>Assets &amp; Values</a:t>
            </a:r>
            <a:r>
              <a:rPr lang="en-AU" sz="1800" kern="1200" dirty="0" smtClean="0">
                <a:solidFill>
                  <a:schemeClr val="tx1"/>
                </a:solidFill>
                <a:effectLst/>
                <a:latin typeface="+mn-lt"/>
                <a:ea typeface="+mn-ea"/>
                <a:cs typeface="+mn-cs"/>
              </a:rPr>
              <a:t> –</a:t>
            </a:r>
            <a:r>
              <a:rPr lang="en-AU" sz="1800" b="1" kern="1200" dirty="0" smtClean="0">
                <a:solidFill>
                  <a:schemeClr val="tx1"/>
                </a:solidFill>
                <a:effectLst/>
                <a:latin typeface="+mn-lt"/>
                <a:ea typeface="+mn-ea"/>
                <a:cs typeface="+mn-cs"/>
              </a:rPr>
              <a:t>Weather</a:t>
            </a:r>
            <a:r>
              <a:rPr lang="en-AU" sz="1800" kern="1200" dirty="0" smtClean="0">
                <a:solidFill>
                  <a:schemeClr val="tx1"/>
                </a:solidFill>
                <a:effectLst/>
                <a:latin typeface="+mn-lt"/>
                <a:ea typeface="+mn-ea"/>
                <a:cs typeface="+mn-cs"/>
              </a:rPr>
              <a:t> – </a:t>
            </a:r>
          </a:p>
          <a:p>
            <a:pPr lvl="1"/>
            <a:r>
              <a:rPr lang="en-AU" sz="1800" b="1" kern="1200" dirty="0" smtClean="0">
                <a:solidFill>
                  <a:schemeClr val="tx1"/>
                </a:solidFill>
                <a:effectLst/>
                <a:latin typeface="+mn-lt"/>
                <a:ea typeface="+mn-ea"/>
                <a:cs typeface="+mn-cs"/>
              </a:rPr>
              <a:t>Incident</a:t>
            </a:r>
            <a:r>
              <a:rPr lang="en-AU" sz="1800" kern="1200" dirty="0" smtClean="0">
                <a:solidFill>
                  <a:schemeClr val="tx1"/>
                </a:solidFill>
                <a:effectLst/>
                <a:latin typeface="+mn-lt"/>
                <a:ea typeface="+mn-ea"/>
                <a:cs typeface="+mn-cs"/>
              </a:rPr>
              <a:t> – </a:t>
            </a:r>
          </a:p>
          <a:p>
            <a:pPr lvl="1"/>
            <a:r>
              <a:rPr lang="en-AU" sz="1800" b="1" kern="1200" dirty="0" smtClean="0">
                <a:solidFill>
                  <a:schemeClr val="tx1"/>
                </a:solidFill>
                <a:effectLst/>
                <a:latin typeface="+mn-lt"/>
                <a:ea typeface="+mn-ea"/>
                <a:cs typeface="+mn-cs"/>
              </a:rPr>
              <a:t>Warnings</a:t>
            </a:r>
            <a:r>
              <a:rPr lang="en-AU" sz="1800" kern="1200" dirty="0" smtClean="0">
                <a:solidFill>
                  <a:schemeClr val="tx1"/>
                </a:solidFill>
                <a:effectLst/>
                <a:latin typeface="+mn-lt"/>
                <a:ea typeface="+mn-ea"/>
                <a:cs typeface="+mn-cs"/>
              </a:rPr>
              <a:t> –</a:t>
            </a:r>
            <a:r>
              <a:rPr lang="en-AU" sz="1800" b="1" kern="1200" dirty="0" smtClean="0">
                <a:solidFill>
                  <a:schemeClr val="tx1"/>
                </a:solidFill>
                <a:effectLst/>
                <a:latin typeface="+mn-lt"/>
                <a:ea typeface="+mn-ea"/>
                <a:cs typeface="+mn-cs"/>
              </a:rPr>
              <a:t>Resources</a:t>
            </a:r>
            <a:r>
              <a:rPr lang="en-AU" sz="1800" kern="1200" dirty="0" smtClean="0">
                <a:solidFill>
                  <a:schemeClr val="tx1"/>
                </a:solidFill>
                <a:effectLst/>
                <a:latin typeface="+mn-lt"/>
                <a:ea typeface="+mn-ea"/>
                <a:cs typeface="+mn-cs"/>
              </a:rPr>
              <a:t> – </a:t>
            </a:r>
          </a:p>
          <a:p>
            <a:pPr lvl="1"/>
            <a:r>
              <a:rPr lang="en-AU" sz="1800" b="1" kern="1200" dirty="0" smtClean="0">
                <a:solidFill>
                  <a:schemeClr val="tx1"/>
                </a:solidFill>
                <a:effectLst/>
                <a:latin typeface="+mn-lt"/>
                <a:ea typeface="+mn-ea"/>
                <a:cs typeface="+mn-cs"/>
              </a:rPr>
              <a:t>Plans</a:t>
            </a:r>
            <a:r>
              <a:rPr lang="en-AU" sz="1800" kern="1200" dirty="0" smtClean="0">
                <a:solidFill>
                  <a:schemeClr val="tx1"/>
                </a:solidFill>
                <a:effectLst/>
                <a:latin typeface="+mn-lt"/>
                <a:ea typeface="+mn-ea"/>
                <a:cs typeface="+mn-cs"/>
              </a:rPr>
              <a:t> – </a:t>
            </a:r>
          </a:p>
          <a:p>
            <a:pPr lvl="1"/>
            <a:r>
              <a:rPr lang="en-AU" sz="1800" b="1" kern="1200" dirty="0" smtClean="0">
                <a:solidFill>
                  <a:schemeClr val="tx1"/>
                </a:solidFill>
                <a:effectLst/>
                <a:latin typeface="+mn-lt"/>
                <a:ea typeface="+mn-ea"/>
                <a:cs typeface="+mn-cs"/>
              </a:rPr>
              <a:t>Procedures</a:t>
            </a:r>
            <a:r>
              <a:rPr lang="en-AU" sz="1800" kern="1200" dirty="0" smtClean="0">
                <a:solidFill>
                  <a:schemeClr val="tx1"/>
                </a:solidFill>
                <a:effectLst/>
                <a:latin typeface="+mn-lt"/>
                <a:ea typeface="+mn-ea"/>
                <a:cs typeface="+mn-cs"/>
              </a:rPr>
              <a:t> – </a:t>
            </a:r>
          </a:p>
          <a:p>
            <a:pPr lvl="1"/>
            <a:r>
              <a:rPr lang="en-AU" sz="1800" b="1" kern="1200" dirty="0" smtClean="0">
                <a:solidFill>
                  <a:schemeClr val="tx1"/>
                </a:solidFill>
                <a:effectLst/>
                <a:latin typeface="+mn-lt"/>
                <a:ea typeface="+mn-ea"/>
                <a:cs typeface="+mn-cs"/>
              </a:rPr>
              <a:t>Impacts</a:t>
            </a:r>
            <a:r>
              <a:rPr lang="en-AU" sz="1800" kern="1200" dirty="0" smtClean="0">
                <a:solidFill>
                  <a:schemeClr val="tx1"/>
                </a:solidFill>
                <a:effectLst/>
                <a:latin typeface="+mn-lt"/>
                <a:ea typeface="+mn-ea"/>
                <a:cs typeface="+mn-cs"/>
              </a:rPr>
              <a:t> – </a:t>
            </a:r>
            <a:endParaRPr lang="en-AU" dirty="0"/>
          </a:p>
        </p:txBody>
      </p:sp>
      <p:sp>
        <p:nvSpPr>
          <p:cNvPr id="4" name="Slide Number Placeholder 3"/>
          <p:cNvSpPr>
            <a:spLocks noGrp="1"/>
          </p:cNvSpPr>
          <p:nvPr>
            <p:ph type="sldNum" sz="quarter" idx="10"/>
          </p:nvPr>
        </p:nvSpPr>
        <p:spPr/>
        <p:txBody>
          <a:bodyPr/>
          <a:lstStyle/>
          <a:p>
            <a:fld id="{80553C0B-74E7-49EC-BFCB-C299AD27247B}" type="slidenum">
              <a:rPr lang="en-AU" smtClean="0"/>
              <a:t>22</a:t>
            </a:fld>
            <a:endParaRPr lang="en-AU"/>
          </a:p>
        </p:txBody>
      </p:sp>
    </p:spTree>
    <p:extLst>
      <p:ext uri="{BB962C8B-B14F-4D97-AF65-F5344CB8AC3E}">
        <p14:creationId xmlns:p14="http://schemas.microsoft.com/office/powerpoint/2010/main" val="6504774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rgbClr val="001336"/>
            </a:gs>
            <a:gs pos="100000">
              <a:srgbClr val="0071A2"/>
            </a:gs>
          </a:gsLst>
          <a:lin ang="2700000" scaled="1"/>
        </a:gra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3175" y="2886075"/>
            <a:ext cx="9147175" cy="3983038"/>
            <a:chOff x="-2" y="1818"/>
            <a:chExt cx="5762" cy="2509"/>
          </a:xfrm>
        </p:grpSpPr>
        <p:sp>
          <p:nvSpPr>
            <p:cNvPr id="5" name="Freeform 3"/>
            <p:cNvSpPr>
              <a:spLocks noChangeAspect="1"/>
            </p:cNvSpPr>
            <p:nvPr userDrawn="1"/>
          </p:nvSpPr>
          <p:spPr bwMode="auto">
            <a:xfrm>
              <a:off x="0" y="3143"/>
              <a:ext cx="1692" cy="875"/>
            </a:xfrm>
            <a:custGeom>
              <a:avLst/>
              <a:gdLst>
                <a:gd name="T0" fmla="*/ 0 w 11802"/>
                <a:gd name="T1" fmla="*/ 0 h 6071"/>
                <a:gd name="T2" fmla="*/ 0 w 11802"/>
                <a:gd name="T3" fmla="*/ 0 h 6071"/>
                <a:gd name="T4" fmla="*/ 0 w 11802"/>
                <a:gd name="T5" fmla="*/ 0 h 6071"/>
                <a:gd name="T6" fmla="*/ 0 w 11802"/>
                <a:gd name="T7" fmla="*/ 0 h 6071"/>
                <a:gd name="T8" fmla="*/ 0 w 11802"/>
                <a:gd name="T9" fmla="*/ 0 h 6071"/>
                <a:gd name="T10" fmla="*/ 0 w 11802"/>
                <a:gd name="T11" fmla="*/ 0 h 60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2" h="6071">
                  <a:moveTo>
                    <a:pt x="11802" y="1229"/>
                  </a:moveTo>
                  <a:lnTo>
                    <a:pt x="0" y="0"/>
                  </a:lnTo>
                  <a:lnTo>
                    <a:pt x="0" y="6071"/>
                  </a:lnTo>
                  <a:lnTo>
                    <a:pt x="11209" y="2884"/>
                  </a:lnTo>
                  <a:lnTo>
                    <a:pt x="11802" y="1229"/>
                  </a:lnTo>
                  <a:close/>
                </a:path>
              </a:pathLst>
            </a:custGeom>
            <a:solidFill>
              <a:srgbClr val="0071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6" name="Freeform 4"/>
            <p:cNvSpPr>
              <a:spLocks noChangeAspect="1"/>
            </p:cNvSpPr>
            <p:nvPr userDrawn="1"/>
          </p:nvSpPr>
          <p:spPr bwMode="auto">
            <a:xfrm>
              <a:off x="0" y="3463"/>
              <a:ext cx="1517" cy="296"/>
            </a:xfrm>
            <a:custGeom>
              <a:avLst/>
              <a:gdLst>
                <a:gd name="T0" fmla="*/ 0 w 10583"/>
                <a:gd name="T1" fmla="*/ 0 h 2057"/>
                <a:gd name="T2" fmla="*/ 0 w 10583"/>
                <a:gd name="T3" fmla="*/ 0 h 2057"/>
                <a:gd name="T4" fmla="*/ 0 w 10583"/>
                <a:gd name="T5" fmla="*/ 0 h 2057"/>
                <a:gd name="T6" fmla="*/ 0 w 10583"/>
                <a:gd name="T7" fmla="*/ 0 h 2057"/>
                <a:gd name="T8" fmla="*/ 0 w 10583"/>
                <a:gd name="T9" fmla="*/ 0 h 2057"/>
                <a:gd name="T10" fmla="*/ 0 w 10583"/>
                <a:gd name="T11" fmla="*/ 0 h 20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83" h="2057">
                  <a:moveTo>
                    <a:pt x="10583" y="0"/>
                  </a:moveTo>
                  <a:lnTo>
                    <a:pt x="10583" y="0"/>
                  </a:lnTo>
                  <a:lnTo>
                    <a:pt x="0" y="1030"/>
                  </a:lnTo>
                  <a:lnTo>
                    <a:pt x="0" y="2057"/>
                  </a:lnTo>
                  <a:lnTo>
                    <a:pt x="10387" y="312"/>
                  </a:lnTo>
                  <a:lnTo>
                    <a:pt x="10583" y="0"/>
                  </a:lnTo>
                  <a:close/>
                </a:path>
              </a:pathLst>
            </a:custGeom>
            <a:solidFill>
              <a:srgbClr val="FFCB0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7" name="Freeform 5"/>
            <p:cNvSpPr>
              <a:spLocks noChangeAspect="1"/>
            </p:cNvSpPr>
            <p:nvPr userDrawn="1"/>
          </p:nvSpPr>
          <p:spPr bwMode="auto">
            <a:xfrm>
              <a:off x="0" y="3411"/>
              <a:ext cx="1604" cy="200"/>
            </a:xfrm>
            <a:custGeom>
              <a:avLst/>
              <a:gdLst>
                <a:gd name="T0" fmla="*/ 0 w 11187"/>
                <a:gd name="T1" fmla="*/ 0 h 1389"/>
                <a:gd name="T2" fmla="*/ 0 w 11187"/>
                <a:gd name="T3" fmla="*/ 0 h 1389"/>
                <a:gd name="T4" fmla="*/ 0 w 11187"/>
                <a:gd name="T5" fmla="*/ 0 h 1389"/>
                <a:gd name="T6" fmla="*/ 0 w 11187"/>
                <a:gd name="T7" fmla="*/ 0 h 1389"/>
                <a:gd name="T8" fmla="*/ 0 w 11187"/>
                <a:gd name="T9" fmla="*/ 0 h 1389"/>
                <a:gd name="T10" fmla="*/ 0 w 11187"/>
                <a:gd name="T11" fmla="*/ 0 h 1389"/>
                <a:gd name="T12" fmla="*/ 0 w 11187"/>
                <a:gd name="T13" fmla="*/ 0 h 13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187" h="1389">
                  <a:moveTo>
                    <a:pt x="11187" y="0"/>
                  </a:moveTo>
                  <a:lnTo>
                    <a:pt x="11187" y="0"/>
                  </a:lnTo>
                  <a:lnTo>
                    <a:pt x="0" y="371"/>
                  </a:lnTo>
                  <a:lnTo>
                    <a:pt x="0" y="1389"/>
                  </a:lnTo>
                  <a:lnTo>
                    <a:pt x="11091" y="309"/>
                  </a:lnTo>
                  <a:lnTo>
                    <a:pt x="11187" y="0"/>
                  </a:lnTo>
                  <a:close/>
                </a:path>
              </a:pathLst>
            </a:custGeom>
            <a:solidFill>
              <a:srgbClr val="ED1C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8" name="Freeform 6"/>
            <p:cNvSpPr>
              <a:spLocks noChangeAspect="1"/>
            </p:cNvSpPr>
            <p:nvPr userDrawn="1"/>
          </p:nvSpPr>
          <p:spPr bwMode="auto">
            <a:xfrm>
              <a:off x="0" y="3334"/>
              <a:ext cx="1571" cy="135"/>
            </a:xfrm>
            <a:custGeom>
              <a:avLst/>
              <a:gdLst>
                <a:gd name="T0" fmla="*/ 0 w 10961"/>
                <a:gd name="T1" fmla="*/ 0 h 938"/>
                <a:gd name="T2" fmla="*/ 0 w 10961"/>
                <a:gd name="T3" fmla="*/ 0 h 938"/>
                <a:gd name="T4" fmla="*/ 0 w 10961"/>
                <a:gd name="T5" fmla="*/ 0 h 938"/>
                <a:gd name="T6" fmla="*/ 0 w 10961"/>
                <a:gd name="T7" fmla="*/ 0 h 938"/>
                <a:gd name="T8" fmla="*/ 0 w 10961"/>
                <a:gd name="T9" fmla="*/ 0 h 938"/>
                <a:gd name="T10" fmla="*/ 0 w 10961"/>
                <a:gd name="T11" fmla="*/ 0 h 938"/>
                <a:gd name="T12" fmla="*/ 0 w 10961"/>
                <a:gd name="T13" fmla="*/ 0 h 938"/>
                <a:gd name="T14" fmla="*/ 0 w 10961"/>
                <a:gd name="T15" fmla="*/ 0 h 9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961" h="938">
                  <a:moveTo>
                    <a:pt x="0" y="938"/>
                  </a:moveTo>
                  <a:lnTo>
                    <a:pt x="0" y="938"/>
                  </a:lnTo>
                  <a:lnTo>
                    <a:pt x="10791" y="602"/>
                  </a:lnTo>
                  <a:lnTo>
                    <a:pt x="10961" y="347"/>
                  </a:lnTo>
                  <a:lnTo>
                    <a:pt x="0" y="0"/>
                  </a:lnTo>
                  <a:lnTo>
                    <a:pt x="0" y="938"/>
                  </a:lnTo>
                  <a:close/>
                </a:path>
              </a:pathLst>
            </a:custGeom>
            <a:solidFill>
              <a:srgbClr val="00AD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9" name="Freeform 7"/>
            <p:cNvSpPr>
              <a:spLocks noChangeAspect="1"/>
            </p:cNvSpPr>
            <p:nvPr userDrawn="1"/>
          </p:nvSpPr>
          <p:spPr bwMode="auto">
            <a:xfrm>
              <a:off x="0" y="1818"/>
              <a:ext cx="5760" cy="2132"/>
            </a:xfrm>
            <a:custGeom>
              <a:avLst/>
              <a:gdLst>
                <a:gd name="T0" fmla="*/ 0 w 40176"/>
                <a:gd name="T1" fmla="*/ 0 h 14800"/>
                <a:gd name="T2" fmla="*/ 0 w 40176"/>
                <a:gd name="T3" fmla="*/ 0 h 14800"/>
                <a:gd name="T4" fmla="*/ 0 w 40176"/>
                <a:gd name="T5" fmla="*/ 0 h 14800"/>
                <a:gd name="T6" fmla="*/ 0 w 40176"/>
                <a:gd name="T7" fmla="*/ 0 h 14800"/>
                <a:gd name="T8" fmla="*/ 0 w 40176"/>
                <a:gd name="T9" fmla="*/ 0 h 14800"/>
                <a:gd name="T10" fmla="*/ 0 w 40176"/>
                <a:gd name="T11" fmla="*/ 0 h 14800"/>
                <a:gd name="T12" fmla="*/ 0 w 40176"/>
                <a:gd name="T13" fmla="*/ 0 h 14800"/>
                <a:gd name="T14" fmla="*/ 0 w 40176"/>
                <a:gd name="T15" fmla="*/ 0 h 148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176" h="14800">
                  <a:moveTo>
                    <a:pt x="40176" y="0"/>
                  </a:moveTo>
                  <a:lnTo>
                    <a:pt x="0" y="14767"/>
                  </a:lnTo>
                  <a:lnTo>
                    <a:pt x="0" y="14800"/>
                  </a:lnTo>
                  <a:lnTo>
                    <a:pt x="7519" y="13014"/>
                  </a:lnTo>
                  <a:lnTo>
                    <a:pt x="40176" y="5667"/>
                  </a:lnTo>
                  <a:lnTo>
                    <a:pt x="40176" y="0"/>
                  </a:lnTo>
                  <a:close/>
                </a:path>
              </a:pathLst>
            </a:custGeom>
            <a:solidFill>
              <a:srgbClr val="0082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0" name="Freeform 8"/>
            <p:cNvSpPr>
              <a:spLocks noChangeAspect="1"/>
            </p:cNvSpPr>
            <p:nvPr userDrawn="1"/>
          </p:nvSpPr>
          <p:spPr bwMode="auto">
            <a:xfrm>
              <a:off x="0" y="2073"/>
              <a:ext cx="5760" cy="1875"/>
            </a:xfrm>
            <a:custGeom>
              <a:avLst/>
              <a:gdLst>
                <a:gd name="T0" fmla="*/ 0 w 40176"/>
                <a:gd name="T1" fmla="*/ 0 h 13016"/>
                <a:gd name="T2" fmla="*/ 0 w 40176"/>
                <a:gd name="T3" fmla="*/ 0 h 13016"/>
                <a:gd name="T4" fmla="*/ 0 w 40176"/>
                <a:gd name="T5" fmla="*/ 0 h 13016"/>
                <a:gd name="T6" fmla="*/ 0 w 40176"/>
                <a:gd name="T7" fmla="*/ 0 h 13016"/>
                <a:gd name="T8" fmla="*/ 0 w 40176"/>
                <a:gd name="T9" fmla="*/ 0 h 13016"/>
                <a:gd name="T10" fmla="*/ 0 w 40176"/>
                <a:gd name="T11" fmla="*/ 0 h 13016"/>
                <a:gd name="T12" fmla="*/ 0 w 40176"/>
                <a:gd name="T13" fmla="*/ 0 h 13016"/>
                <a:gd name="T14" fmla="*/ 0 w 40176"/>
                <a:gd name="T15" fmla="*/ 0 h 130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176" h="13016">
                  <a:moveTo>
                    <a:pt x="40176" y="0"/>
                  </a:moveTo>
                  <a:lnTo>
                    <a:pt x="0" y="13006"/>
                  </a:lnTo>
                  <a:lnTo>
                    <a:pt x="0" y="13016"/>
                  </a:lnTo>
                  <a:lnTo>
                    <a:pt x="7396" y="10925"/>
                  </a:lnTo>
                  <a:lnTo>
                    <a:pt x="40176" y="874"/>
                  </a:lnTo>
                  <a:lnTo>
                    <a:pt x="40176" y="0"/>
                  </a:lnTo>
                  <a:close/>
                </a:path>
              </a:pathLst>
            </a:custGeom>
            <a:solidFill>
              <a:srgbClr val="FFCB0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1" name="Freeform 9"/>
            <p:cNvSpPr>
              <a:spLocks noChangeAspect="1"/>
            </p:cNvSpPr>
            <p:nvPr userDrawn="1"/>
          </p:nvSpPr>
          <p:spPr bwMode="auto">
            <a:xfrm>
              <a:off x="0" y="2199"/>
              <a:ext cx="5760" cy="1752"/>
            </a:xfrm>
            <a:custGeom>
              <a:avLst/>
              <a:gdLst>
                <a:gd name="T0" fmla="*/ 0 w 17008"/>
                <a:gd name="T1" fmla="*/ 8 h 5148"/>
                <a:gd name="T2" fmla="*/ 2 w 17008"/>
                <a:gd name="T3" fmla="*/ 7 h 5148"/>
                <a:gd name="T4" fmla="*/ 26 w 17008"/>
                <a:gd name="T5" fmla="*/ 1 h 5148"/>
                <a:gd name="T6" fmla="*/ 26 w 17008"/>
                <a:gd name="T7" fmla="*/ 0 h 5148"/>
                <a:gd name="T8" fmla="*/ 26 w 17008"/>
                <a:gd name="T9" fmla="*/ 0 h 5148"/>
                <a:gd name="T10" fmla="*/ 5 w 17008"/>
                <a:gd name="T11" fmla="*/ 6 h 5148"/>
                <a:gd name="T12" fmla="*/ 0 w 17008"/>
                <a:gd name="T13" fmla="*/ 8 h 5148"/>
                <a:gd name="T14" fmla="*/ 0 w 17008"/>
                <a:gd name="T15" fmla="*/ 8 h 514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008" h="5148">
                  <a:moveTo>
                    <a:pt x="0" y="5148"/>
                  </a:moveTo>
                  <a:cubicBezTo>
                    <a:pt x="1177" y="4869"/>
                    <a:pt x="1177" y="4869"/>
                    <a:pt x="1177" y="4869"/>
                  </a:cubicBezTo>
                  <a:cubicBezTo>
                    <a:pt x="1177" y="4869"/>
                    <a:pt x="11164" y="2048"/>
                    <a:pt x="17008" y="382"/>
                  </a:cubicBezTo>
                  <a:cubicBezTo>
                    <a:pt x="17008" y="0"/>
                    <a:pt x="17008" y="0"/>
                    <a:pt x="17008" y="0"/>
                  </a:cubicBezTo>
                  <a:cubicBezTo>
                    <a:pt x="17008" y="0"/>
                    <a:pt x="17008" y="0"/>
                    <a:pt x="17008" y="0"/>
                  </a:cubicBezTo>
                  <a:cubicBezTo>
                    <a:pt x="3085" y="4233"/>
                    <a:pt x="3085" y="4233"/>
                    <a:pt x="3085" y="4233"/>
                  </a:cubicBezTo>
                  <a:cubicBezTo>
                    <a:pt x="0" y="5138"/>
                    <a:pt x="0" y="5138"/>
                    <a:pt x="0" y="5138"/>
                  </a:cubicBezTo>
                  <a:cubicBezTo>
                    <a:pt x="0" y="5148"/>
                    <a:pt x="0" y="5148"/>
                    <a:pt x="0" y="5148"/>
                  </a:cubicBezTo>
                  <a:close/>
                </a:path>
              </a:pathLst>
            </a:custGeom>
            <a:solidFill>
              <a:srgbClr val="FF4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2" name="Freeform 10"/>
            <p:cNvSpPr>
              <a:spLocks noChangeAspect="1"/>
            </p:cNvSpPr>
            <p:nvPr userDrawn="1"/>
          </p:nvSpPr>
          <p:spPr bwMode="auto">
            <a:xfrm>
              <a:off x="199" y="2328"/>
              <a:ext cx="5561" cy="1578"/>
            </a:xfrm>
            <a:custGeom>
              <a:avLst/>
              <a:gdLst>
                <a:gd name="T0" fmla="*/ 0 w 38787"/>
                <a:gd name="T1" fmla="*/ 0 h 10958"/>
                <a:gd name="T2" fmla="*/ 0 w 38787"/>
                <a:gd name="T3" fmla="*/ 0 h 10958"/>
                <a:gd name="T4" fmla="*/ 0 w 38787"/>
                <a:gd name="T5" fmla="*/ 0 h 10958"/>
                <a:gd name="T6" fmla="*/ 0 w 38787"/>
                <a:gd name="T7" fmla="*/ 0 h 10958"/>
                <a:gd name="T8" fmla="*/ 0 w 38787"/>
                <a:gd name="T9" fmla="*/ 0 h 10958"/>
                <a:gd name="T10" fmla="*/ 0 w 38787"/>
                <a:gd name="T11" fmla="*/ 0 h 10958"/>
                <a:gd name="T12" fmla="*/ 0 w 38787"/>
                <a:gd name="T13" fmla="*/ 0 h 109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787" h="10958">
                  <a:moveTo>
                    <a:pt x="0" y="10958"/>
                  </a:moveTo>
                  <a:lnTo>
                    <a:pt x="0" y="10958"/>
                  </a:lnTo>
                  <a:lnTo>
                    <a:pt x="38787" y="999"/>
                  </a:lnTo>
                  <a:lnTo>
                    <a:pt x="38787" y="0"/>
                  </a:lnTo>
                  <a:lnTo>
                    <a:pt x="5828" y="9364"/>
                  </a:lnTo>
                  <a:lnTo>
                    <a:pt x="0" y="10958"/>
                  </a:lnTo>
                  <a:close/>
                </a:path>
              </a:pathLst>
            </a:custGeom>
            <a:solidFill>
              <a:srgbClr val="00AD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3" name="Freeform 11"/>
            <p:cNvSpPr>
              <a:spLocks noChangeAspect="1"/>
            </p:cNvSpPr>
            <p:nvPr userDrawn="1"/>
          </p:nvSpPr>
          <p:spPr bwMode="auto">
            <a:xfrm>
              <a:off x="-1" y="2633"/>
              <a:ext cx="5759" cy="1694"/>
            </a:xfrm>
            <a:custGeom>
              <a:avLst/>
              <a:gdLst>
                <a:gd name="T0" fmla="*/ 0 w 40171"/>
                <a:gd name="T1" fmla="*/ 0 h 11757"/>
                <a:gd name="T2" fmla="*/ 0 w 40171"/>
                <a:gd name="T3" fmla="*/ 0 h 11757"/>
                <a:gd name="T4" fmla="*/ 0 w 40171"/>
                <a:gd name="T5" fmla="*/ 0 h 11757"/>
                <a:gd name="T6" fmla="*/ 0 w 40171"/>
                <a:gd name="T7" fmla="*/ 0 h 11757"/>
                <a:gd name="T8" fmla="*/ 0 w 40171"/>
                <a:gd name="T9" fmla="*/ 0 h 11757"/>
                <a:gd name="T10" fmla="*/ 0 w 40171"/>
                <a:gd name="T11" fmla="*/ 0 h 117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171" h="11757">
                  <a:moveTo>
                    <a:pt x="40171" y="0"/>
                  </a:moveTo>
                  <a:lnTo>
                    <a:pt x="11178" y="6428"/>
                  </a:lnTo>
                  <a:lnTo>
                    <a:pt x="0" y="8509"/>
                  </a:lnTo>
                  <a:lnTo>
                    <a:pt x="0" y="11745"/>
                  </a:lnTo>
                  <a:lnTo>
                    <a:pt x="40171" y="11757"/>
                  </a:lnTo>
                  <a:lnTo>
                    <a:pt x="40171" y="0"/>
                  </a:lnTo>
                  <a:close/>
                </a:path>
              </a:pathLst>
            </a:custGeom>
            <a:gradFill rotWithShape="1">
              <a:gsLst>
                <a:gs pos="0">
                  <a:srgbClr val="D1D3D4"/>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14" name="Freeform 12"/>
            <p:cNvSpPr>
              <a:spLocks/>
            </p:cNvSpPr>
            <p:nvPr userDrawn="1"/>
          </p:nvSpPr>
          <p:spPr bwMode="auto">
            <a:xfrm>
              <a:off x="-2" y="2633"/>
              <a:ext cx="5761" cy="1227"/>
            </a:xfrm>
            <a:custGeom>
              <a:avLst/>
              <a:gdLst>
                <a:gd name="T0" fmla="*/ 0 w 5761"/>
                <a:gd name="T1" fmla="*/ 1227 h 1227"/>
                <a:gd name="T2" fmla="*/ 1604 w 5761"/>
                <a:gd name="T3" fmla="*/ 927 h 1227"/>
                <a:gd name="T4" fmla="*/ 5761 w 5761"/>
                <a:gd name="T5" fmla="*/ 0 h 1227"/>
                <a:gd name="T6" fmla="*/ 0 60000 65536"/>
                <a:gd name="T7" fmla="*/ 0 60000 65536"/>
                <a:gd name="T8" fmla="*/ 0 60000 65536"/>
              </a:gdLst>
              <a:ahLst/>
              <a:cxnLst>
                <a:cxn ang="T6">
                  <a:pos x="T0" y="T1"/>
                </a:cxn>
                <a:cxn ang="T7">
                  <a:pos x="T2" y="T3"/>
                </a:cxn>
                <a:cxn ang="T8">
                  <a:pos x="T4" y="T5"/>
                </a:cxn>
              </a:cxnLst>
              <a:rect l="0" t="0" r="r" b="b"/>
              <a:pathLst>
                <a:path w="5761" h="1227">
                  <a:moveTo>
                    <a:pt x="0" y="1227"/>
                  </a:moveTo>
                  <a:lnTo>
                    <a:pt x="1604" y="927"/>
                  </a:lnTo>
                  <a:lnTo>
                    <a:pt x="5761" y="0"/>
                  </a:lnTo>
                </a:path>
              </a:pathLst>
            </a:custGeom>
            <a:noFill/>
            <a:ln w="3556" cap="flat" cmpd="sng">
              <a:solidFill>
                <a:srgbClr val="00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AU"/>
            </a:p>
          </p:txBody>
        </p:sp>
      </p:grpSp>
      <p:grpSp>
        <p:nvGrpSpPr>
          <p:cNvPr id="15" name="Group 13"/>
          <p:cNvGrpSpPr>
            <a:grpSpLocks/>
          </p:cNvGrpSpPr>
          <p:nvPr/>
        </p:nvGrpSpPr>
        <p:grpSpPr bwMode="auto">
          <a:xfrm>
            <a:off x="638175" y="415925"/>
            <a:ext cx="2508250" cy="1376363"/>
            <a:chOff x="402" y="262"/>
            <a:chExt cx="1580" cy="867"/>
          </a:xfrm>
        </p:grpSpPr>
        <p:sp>
          <p:nvSpPr>
            <p:cNvPr id="16" name="Freeform 14"/>
            <p:cNvSpPr>
              <a:spLocks noEditPoints="1"/>
            </p:cNvSpPr>
            <p:nvPr userDrawn="1"/>
          </p:nvSpPr>
          <p:spPr bwMode="black">
            <a:xfrm>
              <a:off x="1128" y="724"/>
              <a:ext cx="854" cy="336"/>
            </a:xfrm>
            <a:custGeom>
              <a:avLst/>
              <a:gdLst>
                <a:gd name="T0" fmla="*/ 0 w 2669"/>
                <a:gd name="T1" fmla="*/ 0 h 1050"/>
                <a:gd name="T2" fmla="*/ 0 w 2669"/>
                <a:gd name="T3" fmla="*/ 0 h 1050"/>
                <a:gd name="T4" fmla="*/ 1 w 2669"/>
                <a:gd name="T5" fmla="*/ 0 h 1050"/>
                <a:gd name="T6" fmla="*/ 0 w 2669"/>
                <a:gd name="T7" fmla="*/ 0 h 1050"/>
                <a:gd name="T8" fmla="*/ 1 w 2669"/>
                <a:gd name="T9" fmla="*/ 0 h 1050"/>
                <a:gd name="T10" fmla="*/ 1 w 2669"/>
                <a:gd name="T11" fmla="*/ 0 h 1050"/>
                <a:gd name="T12" fmla="*/ 3 w 2669"/>
                <a:gd name="T13" fmla="*/ 1 h 1050"/>
                <a:gd name="T14" fmla="*/ 3 w 2669"/>
                <a:gd name="T15" fmla="*/ 1 h 1050"/>
                <a:gd name="T16" fmla="*/ 3 w 2669"/>
                <a:gd name="T17" fmla="*/ 1 h 1050"/>
                <a:gd name="T18" fmla="*/ 1 w 2669"/>
                <a:gd name="T19" fmla="*/ 1 h 1050"/>
                <a:gd name="T20" fmla="*/ 1 w 2669"/>
                <a:gd name="T21" fmla="*/ 1 h 1050"/>
                <a:gd name="T22" fmla="*/ 1 w 2669"/>
                <a:gd name="T23" fmla="*/ 0 h 1050"/>
                <a:gd name="T24" fmla="*/ 1 w 2669"/>
                <a:gd name="T25" fmla="*/ 0 h 1050"/>
                <a:gd name="T26" fmla="*/ 1 w 2669"/>
                <a:gd name="T27" fmla="*/ 0 h 1050"/>
                <a:gd name="T28" fmla="*/ 1 w 2669"/>
                <a:gd name="T29" fmla="*/ 0 h 1050"/>
                <a:gd name="T30" fmla="*/ 1 w 2669"/>
                <a:gd name="T31" fmla="*/ 0 h 1050"/>
                <a:gd name="T32" fmla="*/ 3 w 2669"/>
                <a:gd name="T33" fmla="*/ 0 h 1050"/>
                <a:gd name="T34" fmla="*/ 3 w 2669"/>
                <a:gd name="T35" fmla="*/ 0 h 1050"/>
                <a:gd name="T36" fmla="*/ 3 w 2669"/>
                <a:gd name="T37" fmla="*/ 1 h 1050"/>
                <a:gd name="T38" fmla="*/ 3 w 2669"/>
                <a:gd name="T39" fmla="*/ 0 h 1050"/>
                <a:gd name="T40" fmla="*/ 3 w 2669"/>
                <a:gd name="T41" fmla="*/ 1 h 1050"/>
                <a:gd name="T42" fmla="*/ 1 w 2669"/>
                <a:gd name="T43" fmla="*/ 0 h 1050"/>
                <a:gd name="T44" fmla="*/ 1 w 2669"/>
                <a:gd name="T45" fmla="*/ 0 h 1050"/>
                <a:gd name="T46" fmla="*/ 1 w 2669"/>
                <a:gd name="T47" fmla="*/ 1 h 1050"/>
                <a:gd name="T48" fmla="*/ 1 w 2669"/>
                <a:gd name="T49" fmla="*/ 0 h 1050"/>
                <a:gd name="T50" fmla="*/ 2 w 2669"/>
                <a:gd name="T51" fmla="*/ 1 h 1050"/>
                <a:gd name="T52" fmla="*/ 2 w 2669"/>
                <a:gd name="T53" fmla="*/ 0 h 1050"/>
                <a:gd name="T54" fmla="*/ 3 w 2669"/>
                <a:gd name="T55" fmla="*/ 0 h 1050"/>
                <a:gd name="T56" fmla="*/ 3 w 2669"/>
                <a:gd name="T57" fmla="*/ 0 h 1050"/>
                <a:gd name="T58" fmla="*/ 2 w 2669"/>
                <a:gd name="T59" fmla="*/ 0 h 1050"/>
                <a:gd name="T60" fmla="*/ 2 w 2669"/>
                <a:gd name="T61" fmla="*/ 0 h 1050"/>
                <a:gd name="T62" fmla="*/ 0 w 2669"/>
                <a:gd name="T63" fmla="*/ 1 h 1050"/>
                <a:gd name="T64" fmla="*/ 1 w 2669"/>
                <a:gd name="T65" fmla="*/ 1 h 1050"/>
                <a:gd name="T66" fmla="*/ 1 w 2669"/>
                <a:gd name="T67" fmla="*/ 1 h 1050"/>
                <a:gd name="T68" fmla="*/ 0 w 2669"/>
                <a:gd name="T69" fmla="*/ 1 h 1050"/>
                <a:gd name="T70" fmla="*/ 1 w 2669"/>
                <a:gd name="T71" fmla="*/ 0 h 1050"/>
                <a:gd name="T72" fmla="*/ 1 w 2669"/>
                <a:gd name="T73" fmla="*/ 1 h 1050"/>
                <a:gd name="T74" fmla="*/ 1 w 2669"/>
                <a:gd name="T75" fmla="*/ 1 h 1050"/>
                <a:gd name="T76" fmla="*/ 1 w 2669"/>
                <a:gd name="T77" fmla="*/ 0 h 1050"/>
                <a:gd name="T78" fmla="*/ 1 w 2669"/>
                <a:gd name="T79" fmla="*/ 1 h 1050"/>
                <a:gd name="T80" fmla="*/ 1 w 2669"/>
                <a:gd name="T81" fmla="*/ 1 h 1050"/>
                <a:gd name="T82" fmla="*/ 2 w 2669"/>
                <a:gd name="T83" fmla="*/ 1 h 1050"/>
                <a:gd name="T84" fmla="*/ 2 w 2669"/>
                <a:gd name="T85" fmla="*/ 1 h 1050"/>
                <a:gd name="T86" fmla="*/ 2 w 2669"/>
                <a:gd name="T87" fmla="*/ 0 h 1050"/>
                <a:gd name="T88" fmla="*/ 2 w 2669"/>
                <a:gd name="T89" fmla="*/ 0 h 1050"/>
                <a:gd name="T90" fmla="*/ 2 w 2669"/>
                <a:gd name="T91" fmla="*/ 0 h 1050"/>
                <a:gd name="T92" fmla="*/ 0 w 2669"/>
                <a:gd name="T93" fmla="*/ 1 h 1050"/>
                <a:gd name="T94" fmla="*/ 1 w 2669"/>
                <a:gd name="T95" fmla="*/ 1 h 1050"/>
                <a:gd name="T96" fmla="*/ 1 w 2669"/>
                <a:gd name="T97" fmla="*/ 1 h 1050"/>
                <a:gd name="T98" fmla="*/ 1 w 2669"/>
                <a:gd name="T99" fmla="*/ 1 h 1050"/>
                <a:gd name="T100" fmla="*/ 0 w 2669"/>
                <a:gd name="T101" fmla="*/ 0 h 1050"/>
                <a:gd name="T102" fmla="*/ 1 w 2669"/>
                <a:gd name="T103" fmla="*/ 0 h 1050"/>
                <a:gd name="T104" fmla="*/ 1 w 2669"/>
                <a:gd name="T105" fmla="*/ 1 h 1050"/>
                <a:gd name="T106" fmla="*/ 0 w 2669"/>
                <a:gd name="T107" fmla="*/ 1 h 1050"/>
                <a:gd name="T108" fmla="*/ 2 w 2669"/>
                <a:gd name="T109" fmla="*/ 0 h 1050"/>
                <a:gd name="T110" fmla="*/ 2 w 2669"/>
                <a:gd name="T111" fmla="*/ 0 h 1050"/>
                <a:gd name="T112" fmla="*/ 1 w 2669"/>
                <a:gd name="T113" fmla="*/ 1 h 1050"/>
                <a:gd name="T114" fmla="*/ 2 w 2669"/>
                <a:gd name="T115" fmla="*/ 1 h 105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669" h="1050">
                  <a:moveTo>
                    <a:pt x="173" y="146"/>
                  </a:moveTo>
                  <a:cubicBezTo>
                    <a:pt x="173" y="146"/>
                    <a:pt x="173" y="153"/>
                    <a:pt x="166" y="153"/>
                  </a:cubicBezTo>
                  <a:cubicBezTo>
                    <a:pt x="69" y="153"/>
                    <a:pt x="69" y="153"/>
                    <a:pt x="69" y="153"/>
                  </a:cubicBezTo>
                  <a:cubicBezTo>
                    <a:pt x="69" y="265"/>
                    <a:pt x="69" y="265"/>
                    <a:pt x="69" y="265"/>
                  </a:cubicBezTo>
                  <a:cubicBezTo>
                    <a:pt x="69" y="265"/>
                    <a:pt x="69" y="272"/>
                    <a:pt x="62" y="272"/>
                  </a:cubicBezTo>
                  <a:cubicBezTo>
                    <a:pt x="36" y="272"/>
                    <a:pt x="36" y="272"/>
                    <a:pt x="36" y="272"/>
                  </a:cubicBezTo>
                  <a:cubicBezTo>
                    <a:pt x="28" y="272"/>
                    <a:pt x="29" y="265"/>
                    <a:pt x="29" y="265"/>
                  </a:cubicBezTo>
                  <a:cubicBezTo>
                    <a:pt x="29" y="11"/>
                    <a:pt x="29" y="11"/>
                    <a:pt x="29" y="11"/>
                  </a:cubicBezTo>
                  <a:cubicBezTo>
                    <a:pt x="29" y="3"/>
                    <a:pt x="36" y="4"/>
                    <a:pt x="36" y="4"/>
                  </a:cubicBezTo>
                  <a:cubicBezTo>
                    <a:pt x="180" y="4"/>
                    <a:pt x="180" y="4"/>
                    <a:pt x="180" y="4"/>
                  </a:cubicBezTo>
                  <a:cubicBezTo>
                    <a:pt x="180" y="4"/>
                    <a:pt x="187" y="4"/>
                    <a:pt x="187" y="11"/>
                  </a:cubicBezTo>
                  <a:cubicBezTo>
                    <a:pt x="187" y="34"/>
                    <a:pt x="187" y="34"/>
                    <a:pt x="187" y="34"/>
                  </a:cubicBezTo>
                  <a:cubicBezTo>
                    <a:pt x="187" y="41"/>
                    <a:pt x="180" y="41"/>
                    <a:pt x="180" y="41"/>
                  </a:cubicBezTo>
                  <a:cubicBezTo>
                    <a:pt x="69" y="41"/>
                    <a:pt x="69" y="41"/>
                    <a:pt x="69" y="41"/>
                  </a:cubicBezTo>
                  <a:cubicBezTo>
                    <a:pt x="69" y="116"/>
                    <a:pt x="69" y="116"/>
                    <a:pt x="69" y="116"/>
                  </a:cubicBezTo>
                  <a:cubicBezTo>
                    <a:pt x="166" y="116"/>
                    <a:pt x="166" y="116"/>
                    <a:pt x="166" y="116"/>
                  </a:cubicBezTo>
                  <a:cubicBezTo>
                    <a:pt x="174" y="116"/>
                    <a:pt x="173" y="123"/>
                    <a:pt x="173" y="123"/>
                  </a:cubicBezTo>
                  <a:lnTo>
                    <a:pt x="173" y="146"/>
                  </a:lnTo>
                  <a:close/>
                  <a:moveTo>
                    <a:pt x="379" y="265"/>
                  </a:moveTo>
                  <a:cubicBezTo>
                    <a:pt x="379" y="265"/>
                    <a:pt x="380" y="272"/>
                    <a:pt x="373" y="272"/>
                  </a:cubicBezTo>
                  <a:cubicBezTo>
                    <a:pt x="346" y="272"/>
                    <a:pt x="346" y="272"/>
                    <a:pt x="346" y="272"/>
                  </a:cubicBezTo>
                  <a:cubicBezTo>
                    <a:pt x="339" y="272"/>
                    <a:pt x="339" y="265"/>
                    <a:pt x="339" y="265"/>
                  </a:cubicBezTo>
                  <a:cubicBezTo>
                    <a:pt x="339" y="11"/>
                    <a:pt x="339" y="11"/>
                    <a:pt x="339" y="11"/>
                  </a:cubicBezTo>
                  <a:cubicBezTo>
                    <a:pt x="339" y="11"/>
                    <a:pt x="339" y="4"/>
                    <a:pt x="346" y="4"/>
                  </a:cubicBezTo>
                  <a:cubicBezTo>
                    <a:pt x="427" y="4"/>
                    <a:pt x="427" y="4"/>
                    <a:pt x="427" y="4"/>
                  </a:cubicBezTo>
                  <a:cubicBezTo>
                    <a:pt x="496" y="4"/>
                    <a:pt x="518" y="35"/>
                    <a:pt x="518" y="84"/>
                  </a:cubicBezTo>
                  <a:cubicBezTo>
                    <a:pt x="518" y="119"/>
                    <a:pt x="508" y="144"/>
                    <a:pt x="475" y="155"/>
                  </a:cubicBezTo>
                  <a:cubicBezTo>
                    <a:pt x="527" y="264"/>
                    <a:pt x="527" y="264"/>
                    <a:pt x="527" y="264"/>
                  </a:cubicBezTo>
                  <a:cubicBezTo>
                    <a:pt x="527" y="264"/>
                    <a:pt x="532" y="272"/>
                    <a:pt x="521" y="272"/>
                  </a:cubicBezTo>
                  <a:cubicBezTo>
                    <a:pt x="491" y="272"/>
                    <a:pt x="491" y="272"/>
                    <a:pt x="491" y="272"/>
                  </a:cubicBezTo>
                  <a:cubicBezTo>
                    <a:pt x="483" y="272"/>
                    <a:pt x="481" y="265"/>
                    <a:pt x="481" y="265"/>
                  </a:cubicBezTo>
                  <a:cubicBezTo>
                    <a:pt x="435" y="163"/>
                    <a:pt x="435" y="163"/>
                    <a:pt x="435" y="163"/>
                  </a:cubicBezTo>
                  <a:cubicBezTo>
                    <a:pt x="379" y="163"/>
                    <a:pt x="379" y="163"/>
                    <a:pt x="379" y="163"/>
                  </a:cubicBezTo>
                  <a:lnTo>
                    <a:pt x="379" y="265"/>
                  </a:lnTo>
                  <a:close/>
                  <a:moveTo>
                    <a:pt x="379" y="127"/>
                  </a:moveTo>
                  <a:cubicBezTo>
                    <a:pt x="432" y="127"/>
                    <a:pt x="432" y="127"/>
                    <a:pt x="432" y="127"/>
                  </a:cubicBezTo>
                  <a:cubicBezTo>
                    <a:pt x="470" y="127"/>
                    <a:pt x="475" y="106"/>
                    <a:pt x="475" y="84"/>
                  </a:cubicBezTo>
                  <a:cubicBezTo>
                    <a:pt x="475" y="62"/>
                    <a:pt x="470" y="41"/>
                    <a:pt x="432" y="41"/>
                  </a:cubicBezTo>
                  <a:cubicBezTo>
                    <a:pt x="379" y="41"/>
                    <a:pt x="379" y="41"/>
                    <a:pt x="379" y="41"/>
                  </a:cubicBezTo>
                  <a:lnTo>
                    <a:pt x="379" y="127"/>
                  </a:lnTo>
                  <a:close/>
                  <a:moveTo>
                    <a:pt x="1338" y="265"/>
                  </a:moveTo>
                  <a:cubicBezTo>
                    <a:pt x="1338" y="265"/>
                    <a:pt x="1339" y="272"/>
                    <a:pt x="1331" y="272"/>
                  </a:cubicBezTo>
                  <a:cubicBezTo>
                    <a:pt x="1305" y="272"/>
                    <a:pt x="1305" y="272"/>
                    <a:pt x="1305" y="272"/>
                  </a:cubicBezTo>
                  <a:cubicBezTo>
                    <a:pt x="1298" y="272"/>
                    <a:pt x="1298" y="265"/>
                    <a:pt x="1298" y="265"/>
                  </a:cubicBezTo>
                  <a:cubicBezTo>
                    <a:pt x="1298" y="11"/>
                    <a:pt x="1298" y="11"/>
                    <a:pt x="1298" y="11"/>
                  </a:cubicBezTo>
                  <a:cubicBezTo>
                    <a:pt x="1298" y="11"/>
                    <a:pt x="1298" y="4"/>
                    <a:pt x="1305" y="4"/>
                  </a:cubicBezTo>
                  <a:cubicBezTo>
                    <a:pt x="1382" y="4"/>
                    <a:pt x="1382" y="4"/>
                    <a:pt x="1382" y="4"/>
                  </a:cubicBezTo>
                  <a:cubicBezTo>
                    <a:pt x="1452" y="4"/>
                    <a:pt x="1474" y="35"/>
                    <a:pt x="1474" y="84"/>
                  </a:cubicBezTo>
                  <a:cubicBezTo>
                    <a:pt x="1474" y="119"/>
                    <a:pt x="1463" y="144"/>
                    <a:pt x="1430" y="155"/>
                  </a:cubicBezTo>
                  <a:cubicBezTo>
                    <a:pt x="1482" y="264"/>
                    <a:pt x="1482" y="264"/>
                    <a:pt x="1482" y="264"/>
                  </a:cubicBezTo>
                  <a:cubicBezTo>
                    <a:pt x="1482" y="264"/>
                    <a:pt x="1487" y="272"/>
                    <a:pt x="1477" y="272"/>
                  </a:cubicBezTo>
                  <a:cubicBezTo>
                    <a:pt x="1447" y="272"/>
                    <a:pt x="1447" y="272"/>
                    <a:pt x="1447" y="272"/>
                  </a:cubicBezTo>
                  <a:cubicBezTo>
                    <a:pt x="1439" y="272"/>
                    <a:pt x="1436" y="265"/>
                    <a:pt x="1436" y="265"/>
                  </a:cubicBezTo>
                  <a:cubicBezTo>
                    <a:pt x="1391" y="163"/>
                    <a:pt x="1391" y="163"/>
                    <a:pt x="1391" y="163"/>
                  </a:cubicBezTo>
                  <a:cubicBezTo>
                    <a:pt x="1338" y="163"/>
                    <a:pt x="1338" y="163"/>
                    <a:pt x="1338" y="163"/>
                  </a:cubicBezTo>
                  <a:lnTo>
                    <a:pt x="1338" y="265"/>
                  </a:lnTo>
                  <a:close/>
                  <a:moveTo>
                    <a:pt x="1338" y="127"/>
                  </a:moveTo>
                  <a:cubicBezTo>
                    <a:pt x="1388" y="127"/>
                    <a:pt x="1388" y="127"/>
                    <a:pt x="1388" y="127"/>
                  </a:cubicBezTo>
                  <a:cubicBezTo>
                    <a:pt x="1425" y="127"/>
                    <a:pt x="1430" y="106"/>
                    <a:pt x="1430" y="84"/>
                  </a:cubicBezTo>
                  <a:cubicBezTo>
                    <a:pt x="1430" y="62"/>
                    <a:pt x="1425" y="41"/>
                    <a:pt x="1388" y="41"/>
                  </a:cubicBezTo>
                  <a:cubicBezTo>
                    <a:pt x="1338" y="41"/>
                    <a:pt x="1338" y="41"/>
                    <a:pt x="1338" y="41"/>
                  </a:cubicBezTo>
                  <a:lnTo>
                    <a:pt x="1338" y="127"/>
                  </a:lnTo>
                  <a:close/>
                  <a:moveTo>
                    <a:pt x="2520" y="652"/>
                  </a:moveTo>
                  <a:cubicBezTo>
                    <a:pt x="2520" y="652"/>
                    <a:pt x="2521" y="659"/>
                    <a:pt x="2513" y="659"/>
                  </a:cubicBezTo>
                  <a:cubicBezTo>
                    <a:pt x="2487" y="659"/>
                    <a:pt x="2487" y="659"/>
                    <a:pt x="2487" y="659"/>
                  </a:cubicBezTo>
                  <a:cubicBezTo>
                    <a:pt x="2480" y="659"/>
                    <a:pt x="2480" y="652"/>
                    <a:pt x="2480" y="652"/>
                  </a:cubicBezTo>
                  <a:cubicBezTo>
                    <a:pt x="2480" y="398"/>
                    <a:pt x="2480" y="398"/>
                    <a:pt x="2480" y="398"/>
                  </a:cubicBezTo>
                  <a:cubicBezTo>
                    <a:pt x="2480" y="398"/>
                    <a:pt x="2480" y="391"/>
                    <a:pt x="2487" y="391"/>
                  </a:cubicBezTo>
                  <a:cubicBezTo>
                    <a:pt x="2564" y="391"/>
                    <a:pt x="2564" y="391"/>
                    <a:pt x="2564" y="391"/>
                  </a:cubicBezTo>
                  <a:cubicBezTo>
                    <a:pt x="2633" y="391"/>
                    <a:pt x="2656" y="422"/>
                    <a:pt x="2656" y="471"/>
                  </a:cubicBezTo>
                  <a:cubicBezTo>
                    <a:pt x="2656" y="505"/>
                    <a:pt x="2645" y="531"/>
                    <a:pt x="2612" y="542"/>
                  </a:cubicBezTo>
                  <a:cubicBezTo>
                    <a:pt x="2664" y="651"/>
                    <a:pt x="2664" y="651"/>
                    <a:pt x="2664" y="651"/>
                  </a:cubicBezTo>
                  <a:cubicBezTo>
                    <a:pt x="2664" y="651"/>
                    <a:pt x="2669" y="659"/>
                    <a:pt x="2659" y="659"/>
                  </a:cubicBezTo>
                  <a:cubicBezTo>
                    <a:pt x="2629" y="659"/>
                    <a:pt x="2629" y="659"/>
                    <a:pt x="2629" y="659"/>
                  </a:cubicBezTo>
                  <a:cubicBezTo>
                    <a:pt x="2620" y="659"/>
                    <a:pt x="2618" y="652"/>
                    <a:pt x="2618" y="652"/>
                  </a:cubicBezTo>
                  <a:cubicBezTo>
                    <a:pt x="2573" y="550"/>
                    <a:pt x="2573" y="550"/>
                    <a:pt x="2573" y="550"/>
                  </a:cubicBezTo>
                  <a:cubicBezTo>
                    <a:pt x="2520" y="550"/>
                    <a:pt x="2520" y="550"/>
                    <a:pt x="2520" y="550"/>
                  </a:cubicBezTo>
                  <a:lnTo>
                    <a:pt x="2520" y="652"/>
                  </a:lnTo>
                  <a:close/>
                  <a:moveTo>
                    <a:pt x="2518" y="513"/>
                  </a:moveTo>
                  <a:cubicBezTo>
                    <a:pt x="2568" y="513"/>
                    <a:pt x="2568" y="513"/>
                    <a:pt x="2568" y="513"/>
                  </a:cubicBezTo>
                  <a:cubicBezTo>
                    <a:pt x="2605" y="513"/>
                    <a:pt x="2610" y="492"/>
                    <a:pt x="2610" y="471"/>
                  </a:cubicBezTo>
                  <a:cubicBezTo>
                    <a:pt x="2610" y="448"/>
                    <a:pt x="2605" y="428"/>
                    <a:pt x="2568" y="428"/>
                  </a:cubicBezTo>
                  <a:cubicBezTo>
                    <a:pt x="2518" y="428"/>
                    <a:pt x="2518" y="428"/>
                    <a:pt x="2518" y="428"/>
                  </a:cubicBezTo>
                  <a:lnTo>
                    <a:pt x="2518" y="513"/>
                  </a:lnTo>
                  <a:close/>
                  <a:moveTo>
                    <a:pt x="1078" y="1038"/>
                  </a:moveTo>
                  <a:cubicBezTo>
                    <a:pt x="1078" y="1038"/>
                    <a:pt x="1078" y="1045"/>
                    <a:pt x="1071" y="1045"/>
                  </a:cubicBezTo>
                  <a:cubicBezTo>
                    <a:pt x="1045" y="1045"/>
                    <a:pt x="1045" y="1045"/>
                    <a:pt x="1045" y="1045"/>
                  </a:cubicBezTo>
                  <a:cubicBezTo>
                    <a:pt x="1037" y="1045"/>
                    <a:pt x="1038" y="1038"/>
                    <a:pt x="1038" y="1038"/>
                  </a:cubicBezTo>
                  <a:cubicBezTo>
                    <a:pt x="1038" y="784"/>
                    <a:pt x="1038" y="784"/>
                    <a:pt x="1038" y="784"/>
                  </a:cubicBezTo>
                  <a:cubicBezTo>
                    <a:pt x="1038" y="784"/>
                    <a:pt x="1037" y="777"/>
                    <a:pt x="1045" y="777"/>
                  </a:cubicBezTo>
                  <a:cubicBezTo>
                    <a:pt x="1121" y="777"/>
                    <a:pt x="1121" y="777"/>
                    <a:pt x="1121" y="777"/>
                  </a:cubicBezTo>
                  <a:cubicBezTo>
                    <a:pt x="1191" y="777"/>
                    <a:pt x="1213" y="808"/>
                    <a:pt x="1213" y="857"/>
                  </a:cubicBezTo>
                  <a:cubicBezTo>
                    <a:pt x="1213" y="892"/>
                    <a:pt x="1202" y="917"/>
                    <a:pt x="1169" y="928"/>
                  </a:cubicBezTo>
                  <a:cubicBezTo>
                    <a:pt x="1221" y="1037"/>
                    <a:pt x="1221" y="1037"/>
                    <a:pt x="1221" y="1037"/>
                  </a:cubicBezTo>
                  <a:cubicBezTo>
                    <a:pt x="1221" y="1037"/>
                    <a:pt x="1226" y="1045"/>
                    <a:pt x="1216" y="1045"/>
                  </a:cubicBezTo>
                  <a:cubicBezTo>
                    <a:pt x="1186" y="1045"/>
                    <a:pt x="1186" y="1045"/>
                    <a:pt x="1186" y="1045"/>
                  </a:cubicBezTo>
                  <a:cubicBezTo>
                    <a:pt x="1178" y="1045"/>
                    <a:pt x="1175" y="1038"/>
                    <a:pt x="1175" y="1038"/>
                  </a:cubicBezTo>
                  <a:cubicBezTo>
                    <a:pt x="1130" y="936"/>
                    <a:pt x="1130" y="936"/>
                    <a:pt x="1130" y="936"/>
                  </a:cubicBezTo>
                  <a:cubicBezTo>
                    <a:pt x="1078" y="936"/>
                    <a:pt x="1078" y="936"/>
                    <a:pt x="1078" y="936"/>
                  </a:cubicBezTo>
                  <a:lnTo>
                    <a:pt x="1078" y="1038"/>
                  </a:lnTo>
                  <a:close/>
                  <a:moveTo>
                    <a:pt x="1075" y="900"/>
                  </a:moveTo>
                  <a:cubicBezTo>
                    <a:pt x="1125" y="900"/>
                    <a:pt x="1125" y="900"/>
                    <a:pt x="1125" y="900"/>
                  </a:cubicBezTo>
                  <a:cubicBezTo>
                    <a:pt x="1162" y="900"/>
                    <a:pt x="1167" y="879"/>
                    <a:pt x="1167" y="857"/>
                  </a:cubicBezTo>
                  <a:cubicBezTo>
                    <a:pt x="1167" y="835"/>
                    <a:pt x="1162" y="814"/>
                    <a:pt x="1125" y="814"/>
                  </a:cubicBezTo>
                  <a:cubicBezTo>
                    <a:pt x="1075" y="814"/>
                    <a:pt x="1075" y="814"/>
                    <a:pt x="1075" y="814"/>
                  </a:cubicBezTo>
                  <a:lnTo>
                    <a:pt x="1075" y="900"/>
                  </a:lnTo>
                  <a:close/>
                  <a:moveTo>
                    <a:pt x="724" y="145"/>
                  </a:moveTo>
                  <a:cubicBezTo>
                    <a:pt x="724" y="149"/>
                    <a:pt x="721" y="152"/>
                    <a:pt x="717" y="152"/>
                  </a:cubicBezTo>
                  <a:cubicBezTo>
                    <a:pt x="620" y="152"/>
                    <a:pt x="620" y="152"/>
                    <a:pt x="620" y="152"/>
                  </a:cubicBezTo>
                  <a:cubicBezTo>
                    <a:pt x="620" y="235"/>
                    <a:pt x="620" y="235"/>
                    <a:pt x="620" y="235"/>
                  </a:cubicBezTo>
                  <a:cubicBezTo>
                    <a:pt x="731" y="235"/>
                    <a:pt x="731" y="235"/>
                    <a:pt x="731" y="235"/>
                  </a:cubicBezTo>
                  <a:cubicBezTo>
                    <a:pt x="734" y="235"/>
                    <a:pt x="738" y="239"/>
                    <a:pt x="738" y="243"/>
                  </a:cubicBezTo>
                  <a:cubicBezTo>
                    <a:pt x="738" y="265"/>
                    <a:pt x="738" y="265"/>
                    <a:pt x="738" y="265"/>
                  </a:cubicBezTo>
                  <a:cubicBezTo>
                    <a:pt x="738" y="269"/>
                    <a:pt x="734" y="272"/>
                    <a:pt x="731" y="272"/>
                  </a:cubicBezTo>
                  <a:cubicBezTo>
                    <a:pt x="587" y="272"/>
                    <a:pt x="587" y="272"/>
                    <a:pt x="587" y="272"/>
                  </a:cubicBezTo>
                  <a:cubicBezTo>
                    <a:pt x="583" y="272"/>
                    <a:pt x="580" y="269"/>
                    <a:pt x="580" y="265"/>
                  </a:cubicBezTo>
                  <a:cubicBezTo>
                    <a:pt x="580" y="11"/>
                    <a:pt x="580" y="11"/>
                    <a:pt x="580" y="11"/>
                  </a:cubicBezTo>
                  <a:cubicBezTo>
                    <a:pt x="580" y="7"/>
                    <a:pt x="583" y="4"/>
                    <a:pt x="587" y="4"/>
                  </a:cubicBezTo>
                  <a:cubicBezTo>
                    <a:pt x="731" y="4"/>
                    <a:pt x="731" y="4"/>
                    <a:pt x="731" y="4"/>
                  </a:cubicBezTo>
                  <a:cubicBezTo>
                    <a:pt x="734" y="4"/>
                    <a:pt x="738" y="7"/>
                    <a:pt x="738" y="11"/>
                  </a:cubicBezTo>
                  <a:cubicBezTo>
                    <a:pt x="738" y="34"/>
                    <a:pt x="738" y="34"/>
                    <a:pt x="738" y="34"/>
                  </a:cubicBezTo>
                  <a:cubicBezTo>
                    <a:pt x="738" y="38"/>
                    <a:pt x="734" y="41"/>
                    <a:pt x="731" y="41"/>
                  </a:cubicBezTo>
                  <a:cubicBezTo>
                    <a:pt x="620" y="41"/>
                    <a:pt x="620" y="41"/>
                    <a:pt x="620" y="41"/>
                  </a:cubicBezTo>
                  <a:cubicBezTo>
                    <a:pt x="620" y="115"/>
                    <a:pt x="620" y="115"/>
                    <a:pt x="620" y="115"/>
                  </a:cubicBezTo>
                  <a:cubicBezTo>
                    <a:pt x="717" y="115"/>
                    <a:pt x="717" y="115"/>
                    <a:pt x="717" y="115"/>
                  </a:cubicBezTo>
                  <a:cubicBezTo>
                    <a:pt x="721" y="115"/>
                    <a:pt x="724" y="118"/>
                    <a:pt x="724" y="122"/>
                  </a:cubicBezTo>
                  <a:lnTo>
                    <a:pt x="724" y="145"/>
                  </a:lnTo>
                  <a:close/>
                  <a:moveTo>
                    <a:pt x="1232" y="145"/>
                  </a:moveTo>
                  <a:cubicBezTo>
                    <a:pt x="1232" y="149"/>
                    <a:pt x="1229" y="152"/>
                    <a:pt x="1225" y="152"/>
                  </a:cubicBezTo>
                  <a:cubicBezTo>
                    <a:pt x="1128" y="152"/>
                    <a:pt x="1128" y="152"/>
                    <a:pt x="1128" y="152"/>
                  </a:cubicBezTo>
                  <a:cubicBezTo>
                    <a:pt x="1128" y="235"/>
                    <a:pt x="1128" y="235"/>
                    <a:pt x="1128" y="235"/>
                  </a:cubicBezTo>
                  <a:cubicBezTo>
                    <a:pt x="1239" y="235"/>
                    <a:pt x="1239" y="235"/>
                    <a:pt x="1239" y="235"/>
                  </a:cubicBezTo>
                  <a:cubicBezTo>
                    <a:pt x="1242" y="235"/>
                    <a:pt x="1246" y="239"/>
                    <a:pt x="1246" y="243"/>
                  </a:cubicBezTo>
                  <a:cubicBezTo>
                    <a:pt x="1246" y="265"/>
                    <a:pt x="1246" y="265"/>
                    <a:pt x="1246" y="265"/>
                  </a:cubicBezTo>
                  <a:cubicBezTo>
                    <a:pt x="1246" y="269"/>
                    <a:pt x="1242" y="272"/>
                    <a:pt x="1239" y="272"/>
                  </a:cubicBezTo>
                  <a:cubicBezTo>
                    <a:pt x="1095" y="272"/>
                    <a:pt x="1095" y="272"/>
                    <a:pt x="1095" y="272"/>
                  </a:cubicBezTo>
                  <a:cubicBezTo>
                    <a:pt x="1091" y="272"/>
                    <a:pt x="1088" y="269"/>
                    <a:pt x="1088" y="265"/>
                  </a:cubicBezTo>
                  <a:cubicBezTo>
                    <a:pt x="1088" y="11"/>
                    <a:pt x="1088" y="11"/>
                    <a:pt x="1088" y="11"/>
                  </a:cubicBezTo>
                  <a:cubicBezTo>
                    <a:pt x="1088" y="7"/>
                    <a:pt x="1091" y="4"/>
                    <a:pt x="1095" y="4"/>
                  </a:cubicBezTo>
                  <a:cubicBezTo>
                    <a:pt x="1239" y="4"/>
                    <a:pt x="1239" y="4"/>
                    <a:pt x="1239" y="4"/>
                  </a:cubicBezTo>
                  <a:cubicBezTo>
                    <a:pt x="1242" y="4"/>
                    <a:pt x="1246" y="7"/>
                    <a:pt x="1246" y="11"/>
                  </a:cubicBezTo>
                  <a:cubicBezTo>
                    <a:pt x="1246" y="34"/>
                    <a:pt x="1246" y="34"/>
                    <a:pt x="1246" y="34"/>
                  </a:cubicBezTo>
                  <a:cubicBezTo>
                    <a:pt x="1246" y="38"/>
                    <a:pt x="1242" y="41"/>
                    <a:pt x="1239" y="41"/>
                  </a:cubicBezTo>
                  <a:cubicBezTo>
                    <a:pt x="1128" y="41"/>
                    <a:pt x="1128" y="41"/>
                    <a:pt x="1128" y="41"/>
                  </a:cubicBezTo>
                  <a:cubicBezTo>
                    <a:pt x="1128" y="115"/>
                    <a:pt x="1128" y="115"/>
                    <a:pt x="1128" y="115"/>
                  </a:cubicBezTo>
                  <a:cubicBezTo>
                    <a:pt x="1225" y="115"/>
                    <a:pt x="1225" y="115"/>
                    <a:pt x="1225" y="115"/>
                  </a:cubicBezTo>
                  <a:cubicBezTo>
                    <a:pt x="1229" y="115"/>
                    <a:pt x="1232" y="118"/>
                    <a:pt x="1232" y="122"/>
                  </a:cubicBezTo>
                  <a:lnTo>
                    <a:pt x="1232" y="145"/>
                  </a:lnTo>
                  <a:close/>
                  <a:moveTo>
                    <a:pt x="2240" y="145"/>
                  </a:moveTo>
                  <a:cubicBezTo>
                    <a:pt x="2240" y="149"/>
                    <a:pt x="2237" y="152"/>
                    <a:pt x="2233" y="152"/>
                  </a:cubicBezTo>
                  <a:cubicBezTo>
                    <a:pt x="2135" y="152"/>
                    <a:pt x="2135" y="152"/>
                    <a:pt x="2135" y="152"/>
                  </a:cubicBezTo>
                  <a:cubicBezTo>
                    <a:pt x="2135" y="235"/>
                    <a:pt x="2135" y="235"/>
                    <a:pt x="2135" y="235"/>
                  </a:cubicBezTo>
                  <a:cubicBezTo>
                    <a:pt x="2246" y="235"/>
                    <a:pt x="2246" y="235"/>
                    <a:pt x="2246" y="235"/>
                  </a:cubicBezTo>
                  <a:cubicBezTo>
                    <a:pt x="2250" y="235"/>
                    <a:pt x="2253" y="239"/>
                    <a:pt x="2253" y="243"/>
                  </a:cubicBezTo>
                  <a:cubicBezTo>
                    <a:pt x="2253" y="265"/>
                    <a:pt x="2253" y="265"/>
                    <a:pt x="2253" y="265"/>
                  </a:cubicBezTo>
                  <a:cubicBezTo>
                    <a:pt x="2253" y="269"/>
                    <a:pt x="2250" y="272"/>
                    <a:pt x="2246" y="272"/>
                  </a:cubicBezTo>
                  <a:cubicBezTo>
                    <a:pt x="2102" y="272"/>
                    <a:pt x="2102" y="272"/>
                    <a:pt x="2102" y="272"/>
                  </a:cubicBezTo>
                  <a:cubicBezTo>
                    <a:pt x="2099" y="272"/>
                    <a:pt x="2095" y="269"/>
                    <a:pt x="2095" y="265"/>
                  </a:cubicBezTo>
                  <a:cubicBezTo>
                    <a:pt x="2095" y="11"/>
                    <a:pt x="2095" y="11"/>
                    <a:pt x="2095" y="11"/>
                  </a:cubicBezTo>
                  <a:cubicBezTo>
                    <a:pt x="2095" y="7"/>
                    <a:pt x="2099" y="4"/>
                    <a:pt x="2102" y="4"/>
                  </a:cubicBezTo>
                  <a:cubicBezTo>
                    <a:pt x="2246" y="4"/>
                    <a:pt x="2246" y="4"/>
                    <a:pt x="2246" y="4"/>
                  </a:cubicBezTo>
                  <a:cubicBezTo>
                    <a:pt x="2250" y="4"/>
                    <a:pt x="2253" y="7"/>
                    <a:pt x="2253" y="11"/>
                  </a:cubicBezTo>
                  <a:cubicBezTo>
                    <a:pt x="2253" y="34"/>
                    <a:pt x="2253" y="34"/>
                    <a:pt x="2253" y="34"/>
                  </a:cubicBezTo>
                  <a:cubicBezTo>
                    <a:pt x="2253" y="38"/>
                    <a:pt x="2250" y="41"/>
                    <a:pt x="2246" y="41"/>
                  </a:cubicBezTo>
                  <a:cubicBezTo>
                    <a:pt x="2135" y="41"/>
                    <a:pt x="2135" y="41"/>
                    <a:pt x="2135" y="41"/>
                  </a:cubicBezTo>
                  <a:cubicBezTo>
                    <a:pt x="2135" y="115"/>
                    <a:pt x="2135" y="115"/>
                    <a:pt x="2135" y="115"/>
                  </a:cubicBezTo>
                  <a:cubicBezTo>
                    <a:pt x="2233" y="115"/>
                    <a:pt x="2233" y="115"/>
                    <a:pt x="2233" y="115"/>
                  </a:cubicBezTo>
                  <a:cubicBezTo>
                    <a:pt x="2237" y="115"/>
                    <a:pt x="2240" y="118"/>
                    <a:pt x="2240" y="122"/>
                  </a:cubicBezTo>
                  <a:lnTo>
                    <a:pt x="2240" y="145"/>
                  </a:lnTo>
                  <a:close/>
                  <a:moveTo>
                    <a:pt x="2412" y="531"/>
                  </a:moveTo>
                  <a:cubicBezTo>
                    <a:pt x="2412" y="535"/>
                    <a:pt x="2409" y="538"/>
                    <a:pt x="2405" y="538"/>
                  </a:cubicBezTo>
                  <a:cubicBezTo>
                    <a:pt x="2308" y="538"/>
                    <a:pt x="2308" y="538"/>
                    <a:pt x="2308" y="538"/>
                  </a:cubicBezTo>
                  <a:cubicBezTo>
                    <a:pt x="2308" y="622"/>
                    <a:pt x="2308" y="622"/>
                    <a:pt x="2308" y="622"/>
                  </a:cubicBezTo>
                  <a:cubicBezTo>
                    <a:pt x="2418" y="622"/>
                    <a:pt x="2418" y="622"/>
                    <a:pt x="2418" y="622"/>
                  </a:cubicBezTo>
                  <a:cubicBezTo>
                    <a:pt x="2422" y="622"/>
                    <a:pt x="2425" y="625"/>
                    <a:pt x="2425" y="629"/>
                  </a:cubicBezTo>
                  <a:cubicBezTo>
                    <a:pt x="2425" y="652"/>
                    <a:pt x="2425" y="652"/>
                    <a:pt x="2425" y="652"/>
                  </a:cubicBezTo>
                  <a:cubicBezTo>
                    <a:pt x="2425" y="656"/>
                    <a:pt x="2422" y="659"/>
                    <a:pt x="2418" y="659"/>
                  </a:cubicBezTo>
                  <a:cubicBezTo>
                    <a:pt x="2275" y="659"/>
                    <a:pt x="2275" y="659"/>
                    <a:pt x="2275" y="659"/>
                  </a:cubicBezTo>
                  <a:cubicBezTo>
                    <a:pt x="2271" y="659"/>
                    <a:pt x="2268" y="656"/>
                    <a:pt x="2268" y="652"/>
                  </a:cubicBezTo>
                  <a:cubicBezTo>
                    <a:pt x="2268" y="398"/>
                    <a:pt x="2268" y="398"/>
                    <a:pt x="2268" y="398"/>
                  </a:cubicBezTo>
                  <a:cubicBezTo>
                    <a:pt x="2268" y="394"/>
                    <a:pt x="2271" y="391"/>
                    <a:pt x="2275" y="391"/>
                  </a:cubicBezTo>
                  <a:cubicBezTo>
                    <a:pt x="2418" y="391"/>
                    <a:pt x="2418" y="391"/>
                    <a:pt x="2418" y="391"/>
                  </a:cubicBezTo>
                  <a:cubicBezTo>
                    <a:pt x="2422" y="391"/>
                    <a:pt x="2425" y="394"/>
                    <a:pt x="2425" y="398"/>
                  </a:cubicBezTo>
                  <a:cubicBezTo>
                    <a:pt x="2425" y="421"/>
                    <a:pt x="2425" y="421"/>
                    <a:pt x="2425" y="421"/>
                  </a:cubicBezTo>
                  <a:cubicBezTo>
                    <a:pt x="2425" y="424"/>
                    <a:pt x="2422" y="428"/>
                    <a:pt x="2418" y="428"/>
                  </a:cubicBezTo>
                  <a:cubicBezTo>
                    <a:pt x="2308" y="428"/>
                    <a:pt x="2308" y="428"/>
                    <a:pt x="2308" y="428"/>
                  </a:cubicBezTo>
                  <a:cubicBezTo>
                    <a:pt x="2308" y="502"/>
                    <a:pt x="2308" y="502"/>
                    <a:pt x="2308" y="502"/>
                  </a:cubicBezTo>
                  <a:cubicBezTo>
                    <a:pt x="2405" y="502"/>
                    <a:pt x="2405" y="502"/>
                    <a:pt x="2405" y="502"/>
                  </a:cubicBezTo>
                  <a:cubicBezTo>
                    <a:pt x="2409" y="502"/>
                    <a:pt x="2412" y="505"/>
                    <a:pt x="2412" y="509"/>
                  </a:cubicBezTo>
                  <a:lnTo>
                    <a:pt x="2412" y="531"/>
                  </a:lnTo>
                  <a:close/>
                  <a:moveTo>
                    <a:pt x="1038" y="197"/>
                  </a:moveTo>
                  <a:cubicBezTo>
                    <a:pt x="1038" y="259"/>
                    <a:pt x="997" y="282"/>
                    <a:pt x="933" y="277"/>
                  </a:cubicBezTo>
                  <a:cubicBezTo>
                    <a:pt x="898" y="274"/>
                    <a:pt x="882" y="265"/>
                    <a:pt x="863" y="258"/>
                  </a:cubicBezTo>
                  <a:cubicBezTo>
                    <a:pt x="862" y="257"/>
                    <a:pt x="858" y="256"/>
                    <a:pt x="859" y="251"/>
                  </a:cubicBezTo>
                  <a:cubicBezTo>
                    <a:pt x="867" y="226"/>
                    <a:pt x="867" y="226"/>
                    <a:pt x="867" y="226"/>
                  </a:cubicBezTo>
                  <a:cubicBezTo>
                    <a:pt x="867" y="223"/>
                    <a:pt x="868" y="221"/>
                    <a:pt x="872" y="222"/>
                  </a:cubicBezTo>
                  <a:cubicBezTo>
                    <a:pt x="888" y="228"/>
                    <a:pt x="913" y="238"/>
                    <a:pt x="933" y="240"/>
                  </a:cubicBezTo>
                  <a:cubicBezTo>
                    <a:pt x="981" y="243"/>
                    <a:pt x="999" y="225"/>
                    <a:pt x="999" y="200"/>
                  </a:cubicBezTo>
                  <a:cubicBezTo>
                    <a:pt x="999" y="177"/>
                    <a:pt x="982" y="164"/>
                    <a:pt x="946" y="157"/>
                  </a:cubicBezTo>
                  <a:cubicBezTo>
                    <a:pt x="882" y="143"/>
                    <a:pt x="858" y="125"/>
                    <a:pt x="858" y="76"/>
                  </a:cubicBezTo>
                  <a:cubicBezTo>
                    <a:pt x="858" y="28"/>
                    <a:pt x="888" y="0"/>
                    <a:pt x="946" y="0"/>
                  </a:cubicBezTo>
                  <a:cubicBezTo>
                    <a:pt x="976" y="0"/>
                    <a:pt x="999" y="8"/>
                    <a:pt x="1013" y="13"/>
                  </a:cubicBezTo>
                  <a:cubicBezTo>
                    <a:pt x="1015" y="14"/>
                    <a:pt x="1020" y="15"/>
                    <a:pt x="1019" y="21"/>
                  </a:cubicBezTo>
                  <a:cubicBezTo>
                    <a:pt x="1019" y="26"/>
                    <a:pt x="1018" y="45"/>
                    <a:pt x="1017" y="50"/>
                  </a:cubicBezTo>
                  <a:cubicBezTo>
                    <a:pt x="1017" y="56"/>
                    <a:pt x="1012" y="55"/>
                    <a:pt x="1010" y="53"/>
                  </a:cubicBezTo>
                  <a:cubicBezTo>
                    <a:pt x="992" y="46"/>
                    <a:pt x="975" y="39"/>
                    <a:pt x="951" y="38"/>
                  </a:cubicBezTo>
                  <a:cubicBezTo>
                    <a:pt x="913" y="36"/>
                    <a:pt x="900" y="53"/>
                    <a:pt x="900" y="73"/>
                  </a:cubicBezTo>
                  <a:cubicBezTo>
                    <a:pt x="900" y="102"/>
                    <a:pt x="917" y="109"/>
                    <a:pt x="952" y="117"/>
                  </a:cubicBezTo>
                  <a:cubicBezTo>
                    <a:pt x="1007" y="129"/>
                    <a:pt x="1038" y="146"/>
                    <a:pt x="1038" y="197"/>
                  </a:cubicBezTo>
                  <a:moveTo>
                    <a:pt x="1378" y="584"/>
                  </a:moveTo>
                  <a:cubicBezTo>
                    <a:pt x="1378" y="645"/>
                    <a:pt x="1337" y="669"/>
                    <a:pt x="1274" y="663"/>
                  </a:cubicBezTo>
                  <a:cubicBezTo>
                    <a:pt x="1239" y="660"/>
                    <a:pt x="1223" y="652"/>
                    <a:pt x="1204" y="644"/>
                  </a:cubicBezTo>
                  <a:cubicBezTo>
                    <a:pt x="1202" y="643"/>
                    <a:pt x="1199" y="642"/>
                    <a:pt x="1200" y="637"/>
                  </a:cubicBezTo>
                  <a:cubicBezTo>
                    <a:pt x="1207" y="613"/>
                    <a:pt x="1207" y="613"/>
                    <a:pt x="1207" y="613"/>
                  </a:cubicBezTo>
                  <a:cubicBezTo>
                    <a:pt x="1208" y="609"/>
                    <a:pt x="1209" y="607"/>
                    <a:pt x="1213" y="609"/>
                  </a:cubicBezTo>
                  <a:cubicBezTo>
                    <a:pt x="1229" y="614"/>
                    <a:pt x="1253" y="624"/>
                    <a:pt x="1274" y="626"/>
                  </a:cubicBezTo>
                  <a:cubicBezTo>
                    <a:pt x="1321" y="630"/>
                    <a:pt x="1339" y="611"/>
                    <a:pt x="1339" y="586"/>
                  </a:cubicBezTo>
                  <a:cubicBezTo>
                    <a:pt x="1339" y="564"/>
                    <a:pt x="1322" y="551"/>
                    <a:pt x="1287" y="543"/>
                  </a:cubicBezTo>
                  <a:cubicBezTo>
                    <a:pt x="1222" y="529"/>
                    <a:pt x="1199" y="511"/>
                    <a:pt x="1199" y="462"/>
                  </a:cubicBezTo>
                  <a:cubicBezTo>
                    <a:pt x="1199" y="414"/>
                    <a:pt x="1229" y="386"/>
                    <a:pt x="1287" y="386"/>
                  </a:cubicBezTo>
                  <a:cubicBezTo>
                    <a:pt x="1316" y="386"/>
                    <a:pt x="1339" y="394"/>
                    <a:pt x="1354" y="400"/>
                  </a:cubicBezTo>
                  <a:cubicBezTo>
                    <a:pt x="1356" y="401"/>
                    <a:pt x="1360" y="402"/>
                    <a:pt x="1360" y="407"/>
                  </a:cubicBezTo>
                  <a:cubicBezTo>
                    <a:pt x="1360" y="412"/>
                    <a:pt x="1358" y="432"/>
                    <a:pt x="1358" y="437"/>
                  </a:cubicBezTo>
                  <a:cubicBezTo>
                    <a:pt x="1358" y="442"/>
                    <a:pt x="1353" y="441"/>
                    <a:pt x="1350" y="440"/>
                  </a:cubicBezTo>
                  <a:cubicBezTo>
                    <a:pt x="1332" y="432"/>
                    <a:pt x="1315" y="426"/>
                    <a:pt x="1292" y="424"/>
                  </a:cubicBezTo>
                  <a:cubicBezTo>
                    <a:pt x="1253" y="422"/>
                    <a:pt x="1240" y="440"/>
                    <a:pt x="1240" y="459"/>
                  </a:cubicBezTo>
                  <a:cubicBezTo>
                    <a:pt x="1240" y="489"/>
                    <a:pt x="1257" y="495"/>
                    <a:pt x="1292" y="503"/>
                  </a:cubicBezTo>
                  <a:cubicBezTo>
                    <a:pt x="1347" y="515"/>
                    <a:pt x="1378" y="533"/>
                    <a:pt x="1378" y="584"/>
                  </a:cubicBezTo>
                  <a:moveTo>
                    <a:pt x="1597" y="584"/>
                  </a:moveTo>
                  <a:cubicBezTo>
                    <a:pt x="1597" y="645"/>
                    <a:pt x="1557" y="669"/>
                    <a:pt x="1493" y="663"/>
                  </a:cubicBezTo>
                  <a:cubicBezTo>
                    <a:pt x="1458" y="660"/>
                    <a:pt x="1442" y="652"/>
                    <a:pt x="1423" y="644"/>
                  </a:cubicBezTo>
                  <a:cubicBezTo>
                    <a:pt x="1422" y="643"/>
                    <a:pt x="1418" y="642"/>
                    <a:pt x="1419" y="637"/>
                  </a:cubicBezTo>
                  <a:cubicBezTo>
                    <a:pt x="1426" y="613"/>
                    <a:pt x="1426" y="613"/>
                    <a:pt x="1426" y="613"/>
                  </a:cubicBezTo>
                  <a:cubicBezTo>
                    <a:pt x="1427" y="609"/>
                    <a:pt x="1428" y="607"/>
                    <a:pt x="1432" y="609"/>
                  </a:cubicBezTo>
                  <a:cubicBezTo>
                    <a:pt x="1448" y="614"/>
                    <a:pt x="1472" y="624"/>
                    <a:pt x="1493" y="626"/>
                  </a:cubicBezTo>
                  <a:cubicBezTo>
                    <a:pt x="1541" y="630"/>
                    <a:pt x="1558" y="611"/>
                    <a:pt x="1558" y="586"/>
                  </a:cubicBezTo>
                  <a:cubicBezTo>
                    <a:pt x="1558" y="564"/>
                    <a:pt x="1542" y="551"/>
                    <a:pt x="1506" y="543"/>
                  </a:cubicBezTo>
                  <a:cubicBezTo>
                    <a:pt x="1442" y="529"/>
                    <a:pt x="1418" y="511"/>
                    <a:pt x="1418" y="462"/>
                  </a:cubicBezTo>
                  <a:cubicBezTo>
                    <a:pt x="1418" y="414"/>
                    <a:pt x="1448" y="386"/>
                    <a:pt x="1506" y="386"/>
                  </a:cubicBezTo>
                  <a:cubicBezTo>
                    <a:pt x="1536" y="386"/>
                    <a:pt x="1558" y="394"/>
                    <a:pt x="1573" y="400"/>
                  </a:cubicBezTo>
                  <a:cubicBezTo>
                    <a:pt x="1575" y="401"/>
                    <a:pt x="1579" y="402"/>
                    <a:pt x="1579" y="407"/>
                  </a:cubicBezTo>
                  <a:cubicBezTo>
                    <a:pt x="1579" y="412"/>
                    <a:pt x="1577" y="432"/>
                    <a:pt x="1577" y="437"/>
                  </a:cubicBezTo>
                  <a:cubicBezTo>
                    <a:pt x="1577" y="442"/>
                    <a:pt x="1572" y="441"/>
                    <a:pt x="1569" y="440"/>
                  </a:cubicBezTo>
                  <a:cubicBezTo>
                    <a:pt x="1552" y="432"/>
                    <a:pt x="1534" y="426"/>
                    <a:pt x="1511" y="424"/>
                  </a:cubicBezTo>
                  <a:cubicBezTo>
                    <a:pt x="1473" y="422"/>
                    <a:pt x="1459" y="440"/>
                    <a:pt x="1459" y="459"/>
                  </a:cubicBezTo>
                  <a:cubicBezTo>
                    <a:pt x="1459" y="489"/>
                    <a:pt x="1477" y="495"/>
                    <a:pt x="1512" y="503"/>
                  </a:cubicBezTo>
                  <a:cubicBezTo>
                    <a:pt x="1567" y="515"/>
                    <a:pt x="1597" y="533"/>
                    <a:pt x="1597" y="584"/>
                  </a:cubicBezTo>
                  <a:moveTo>
                    <a:pt x="2477" y="197"/>
                  </a:moveTo>
                  <a:cubicBezTo>
                    <a:pt x="2477" y="259"/>
                    <a:pt x="2436" y="282"/>
                    <a:pt x="2373" y="277"/>
                  </a:cubicBezTo>
                  <a:cubicBezTo>
                    <a:pt x="2338" y="274"/>
                    <a:pt x="2321" y="265"/>
                    <a:pt x="2302" y="258"/>
                  </a:cubicBezTo>
                  <a:cubicBezTo>
                    <a:pt x="2301" y="257"/>
                    <a:pt x="2297" y="256"/>
                    <a:pt x="2299" y="251"/>
                  </a:cubicBezTo>
                  <a:cubicBezTo>
                    <a:pt x="2306" y="226"/>
                    <a:pt x="2306" y="226"/>
                    <a:pt x="2306" y="226"/>
                  </a:cubicBezTo>
                  <a:cubicBezTo>
                    <a:pt x="2306" y="223"/>
                    <a:pt x="2307" y="221"/>
                    <a:pt x="2312" y="222"/>
                  </a:cubicBezTo>
                  <a:cubicBezTo>
                    <a:pt x="2327" y="228"/>
                    <a:pt x="2352" y="238"/>
                    <a:pt x="2373" y="240"/>
                  </a:cubicBezTo>
                  <a:cubicBezTo>
                    <a:pt x="2420" y="243"/>
                    <a:pt x="2438" y="225"/>
                    <a:pt x="2438" y="200"/>
                  </a:cubicBezTo>
                  <a:cubicBezTo>
                    <a:pt x="2438" y="177"/>
                    <a:pt x="2421" y="164"/>
                    <a:pt x="2386" y="157"/>
                  </a:cubicBezTo>
                  <a:cubicBezTo>
                    <a:pt x="2321" y="143"/>
                    <a:pt x="2297" y="125"/>
                    <a:pt x="2297" y="76"/>
                  </a:cubicBezTo>
                  <a:cubicBezTo>
                    <a:pt x="2297" y="28"/>
                    <a:pt x="2328" y="0"/>
                    <a:pt x="2385" y="0"/>
                  </a:cubicBezTo>
                  <a:cubicBezTo>
                    <a:pt x="2415" y="0"/>
                    <a:pt x="2438" y="8"/>
                    <a:pt x="2452" y="13"/>
                  </a:cubicBezTo>
                  <a:cubicBezTo>
                    <a:pt x="2455" y="14"/>
                    <a:pt x="2459" y="15"/>
                    <a:pt x="2459" y="21"/>
                  </a:cubicBezTo>
                  <a:cubicBezTo>
                    <a:pt x="2459" y="26"/>
                    <a:pt x="2457" y="45"/>
                    <a:pt x="2457" y="50"/>
                  </a:cubicBezTo>
                  <a:cubicBezTo>
                    <a:pt x="2456" y="56"/>
                    <a:pt x="2451" y="55"/>
                    <a:pt x="2449" y="53"/>
                  </a:cubicBezTo>
                  <a:cubicBezTo>
                    <a:pt x="2431" y="46"/>
                    <a:pt x="2414" y="39"/>
                    <a:pt x="2390" y="38"/>
                  </a:cubicBezTo>
                  <a:cubicBezTo>
                    <a:pt x="2352" y="36"/>
                    <a:pt x="2339" y="53"/>
                    <a:pt x="2339" y="73"/>
                  </a:cubicBezTo>
                  <a:cubicBezTo>
                    <a:pt x="2339" y="102"/>
                    <a:pt x="2356" y="109"/>
                    <a:pt x="2391" y="117"/>
                  </a:cubicBezTo>
                  <a:cubicBezTo>
                    <a:pt x="2446" y="129"/>
                    <a:pt x="2477" y="146"/>
                    <a:pt x="2477" y="197"/>
                  </a:cubicBezTo>
                  <a:moveTo>
                    <a:pt x="1967" y="0"/>
                  </a:moveTo>
                  <a:cubicBezTo>
                    <a:pt x="1996" y="0"/>
                    <a:pt x="2021" y="7"/>
                    <a:pt x="2033" y="14"/>
                  </a:cubicBezTo>
                  <a:cubicBezTo>
                    <a:pt x="2037" y="16"/>
                    <a:pt x="2040" y="19"/>
                    <a:pt x="2039" y="26"/>
                  </a:cubicBezTo>
                  <a:cubicBezTo>
                    <a:pt x="2037" y="33"/>
                    <a:pt x="2035" y="45"/>
                    <a:pt x="2035" y="50"/>
                  </a:cubicBezTo>
                  <a:cubicBezTo>
                    <a:pt x="2034" y="55"/>
                    <a:pt x="2031" y="55"/>
                    <a:pt x="2025" y="52"/>
                  </a:cubicBezTo>
                  <a:cubicBezTo>
                    <a:pt x="2009" y="44"/>
                    <a:pt x="1987" y="37"/>
                    <a:pt x="1966" y="38"/>
                  </a:cubicBezTo>
                  <a:cubicBezTo>
                    <a:pt x="1928" y="41"/>
                    <a:pt x="1905" y="85"/>
                    <a:pt x="1905" y="138"/>
                  </a:cubicBezTo>
                  <a:cubicBezTo>
                    <a:pt x="1905" y="196"/>
                    <a:pt x="1929" y="238"/>
                    <a:pt x="1971" y="238"/>
                  </a:cubicBezTo>
                  <a:cubicBezTo>
                    <a:pt x="1992" y="238"/>
                    <a:pt x="2014" y="230"/>
                    <a:pt x="2029" y="220"/>
                  </a:cubicBezTo>
                  <a:cubicBezTo>
                    <a:pt x="2034" y="216"/>
                    <a:pt x="2036" y="217"/>
                    <a:pt x="2037" y="222"/>
                  </a:cubicBezTo>
                  <a:cubicBezTo>
                    <a:pt x="2038" y="227"/>
                    <a:pt x="2042" y="242"/>
                    <a:pt x="2043" y="248"/>
                  </a:cubicBezTo>
                  <a:cubicBezTo>
                    <a:pt x="2045" y="253"/>
                    <a:pt x="2043" y="254"/>
                    <a:pt x="2039" y="258"/>
                  </a:cubicBezTo>
                  <a:cubicBezTo>
                    <a:pt x="2028" y="266"/>
                    <a:pt x="1995" y="277"/>
                    <a:pt x="1969" y="277"/>
                  </a:cubicBezTo>
                  <a:cubicBezTo>
                    <a:pt x="1899" y="277"/>
                    <a:pt x="1863" y="216"/>
                    <a:pt x="1863" y="138"/>
                  </a:cubicBezTo>
                  <a:cubicBezTo>
                    <a:pt x="1863" y="62"/>
                    <a:pt x="1901" y="0"/>
                    <a:pt x="1967" y="0"/>
                  </a:cubicBezTo>
                  <a:moveTo>
                    <a:pt x="103" y="387"/>
                  </a:moveTo>
                  <a:cubicBezTo>
                    <a:pt x="132" y="387"/>
                    <a:pt x="158" y="394"/>
                    <a:pt x="169" y="401"/>
                  </a:cubicBezTo>
                  <a:cubicBezTo>
                    <a:pt x="173" y="403"/>
                    <a:pt x="176" y="405"/>
                    <a:pt x="175" y="412"/>
                  </a:cubicBezTo>
                  <a:cubicBezTo>
                    <a:pt x="174" y="419"/>
                    <a:pt x="172" y="432"/>
                    <a:pt x="171" y="437"/>
                  </a:cubicBezTo>
                  <a:cubicBezTo>
                    <a:pt x="170" y="442"/>
                    <a:pt x="167" y="442"/>
                    <a:pt x="161" y="439"/>
                  </a:cubicBezTo>
                  <a:cubicBezTo>
                    <a:pt x="145" y="431"/>
                    <a:pt x="123" y="424"/>
                    <a:pt x="102" y="425"/>
                  </a:cubicBezTo>
                  <a:cubicBezTo>
                    <a:pt x="64" y="428"/>
                    <a:pt x="41" y="472"/>
                    <a:pt x="41" y="525"/>
                  </a:cubicBezTo>
                  <a:cubicBezTo>
                    <a:pt x="41" y="583"/>
                    <a:pt x="65" y="624"/>
                    <a:pt x="107" y="624"/>
                  </a:cubicBezTo>
                  <a:cubicBezTo>
                    <a:pt x="129" y="624"/>
                    <a:pt x="150" y="617"/>
                    <a:pt x="165" y="607"/>
                  </a:cubicBezTo>
                  <a:cubicBezTo>
                    <a:pt x="170" y="603"/>
                    <a:pt x="172" y="604"/>
                    <a:pt x="173" y="609"/>
                  </a:cubicBezTo>
                  <a:cubicBezTo>
                    <a:pt x="174" y="613"/>
                    <a:pt x="178" y="629"/>
                    <a:pt x="180" y="634"/>
                  </a:cubicBezTo>
                  <a:cubicBezTo>
                    <a:pt x="181" y="640"/>
                    <a:pt x="179" y="641"/>
                    <a:pt x="175" y="645"/>
                  </a:cubicBezTo>
                  <a:cubicBezTo>
                    <a:pt x="164" y="652"/>
                    <a:pt x="131" y="663"/>
                    <a:pt x="105" y="663"/>
                  </a:cubicBezTo>
                  <a:cubicBezTo>
                    <a:pt x="35" y="663"/>
                    <a:pt x="0" y="603"/>
                    <a:pt x="0" y="525"/>
                  </a:cubicBezTo>
                  <a:cubicBezTo>
                    <a:pt x="0" y="448"/>
                    <a:pt x="37" y="387"/>
                    <a:pt x="103" y="387"/>
                  </a:cubicBezTo>
                  <a:moveTo>
                    <a:pt x="466" y="771"/>
                  </a:moveTo>
                  <a:cubicBezTo>
                    <a:pt x="495" y="771"/>
                    <a:pt x="521" y="779"/>
                    <a:pt x="532" y="785"/>
                  </a:cubicBezTo>
                  <a:cubicBezTo>
                    <a:pt x="536" y="788"/>
                    <a:pt x="539" y="790"/>
                    <a:pt x="538" y="797"/>
                  </a:cubicBezTo>
                  <a:cubicBezTo>
                    <a:pt x="536" y="804"/>
                    <a:pt x="534" y="816"/>
                    <a:pt x="534" y="821"/>
                  </a:cubicBezTo>
                  <a:cubicBezTo>
                    <a:pt x="533" y="826"/>
                    <a:pt x="530" y="827"/>
                    <a:pt x="524" y="823"/>
                  </a:cubicBezTo>
                  <a:cubicBezTo>
                    <a:pt x="508" y="816"/>
                    <a:pt x="486" y="808"/>
                    <a:pt x="465" y="810"/>
                  </a:cubicBezTo>
                  <a:cubicBezTo>
                    <a:pt x="427" y="812"/>
                    <a:pt x="404" y="856"/>
                    <a:pt x="404" y="910"/>
                  </a:cubicBezTo>
                  <a:cubicBezTo>
                    <a:pt x="404" y="968"/>
                    <a:pt x="428" y="1009"/>
                    <a:pt x="470" y="1009"/>
                  </a:cubicBezTo>
                  <a:cubicBezTo>
                    <a:pt x="491" y="1009"/>
                    <a:pt x="513" y="1001"/>
                    <a:pt x="528" y="991"/>
                  </a:cubicBezTo>
                  <a:cubicBezTo>
                    <a:pt x="533" y="988"/>
                    <a:pt x="535" y="989"/>
                    <a:pt x="536" y="993"/>
                  </a:cubicBezTo>
                  <a:cubicBezTo>
                    <a:pt x="537" y="998"/>
                    <a:pt x="541" y="1013"/>
                    <a:pt x="542" y="1019"/>
                  </a:cubicBezTo>
                  <a:cubicBezTo>
                    <a:pt x="544" y="1025"/>
                    <a:pt x="542" y="1026"/>
                    <a:pt x="538" y="1030"/>
                  </a:cubicBezTo>
                  <a:cubicBezTo>
                    <a:pt x="527" y="1037"/>
                    <a:pt x="494" y="1048"/>
                    <a:pt x="468" y="1048"/>
                  </a:cubicBezTo>
                  <a:cubicBezTo>
                    <a:pt x="398" y="1048"/>
                    <a:pt x="362" y="988"/>
                    <a:pt x="362" y="910"/>
                  </a:cubicBezTo>
                  <a:cubicBezTo>
                    <a:pt x="362" y="833"/>
                    <a:pt x="400" y="771"/>
                    <a:pt x="466" y="771"/>
                  </a:cubicBezTo>
                  <a:moveTo>
                    <a:pt x="219" y="525"/>
                  </a:moveTo>
                  <a:cubicBezTo>
                    <a:pt x="219" y="449"/>
                    <a:pt x="236" y="387"/>
                    <a:pt x="322" y="387"/>
                  </a:cubicBezTo>
                  <a:cubicBezTo>
                    <a:pt x="408" y="387"/>
                    <a:pt x="425" y="449"/>
                    <a:pt x="425" y="525"/>
                  </a:cubicBezTo>
                  <a:cubicBezTo>
                    <a:pt x="425" y="601"/>
                    <a:pt x="408" y="663"/>
                    <a:pt x="322" y="663"/>
                  </a:cubicBezTo>
                  <a:cubicBezTo>
                    <a:pt x="236" y="663"/>
                    <a:pt x="219" y="601"/>
                    <a:pt x="219" y="525"/>
                  </a:cubicBezTo>
                  <a:moveTo>
                    <a:pt x="260" y="525"/>
                  </a:moveTo>
                  <a:cubicBezTo>
                    <a:pt x="260" y="589"/>
                    <a:pt x="271" y="627"/>
                    <a:pt x="322" y="627"/>
                  </a:cubicBezTo>
                  <a:cubicBezTo>
                    <a:pt x="373" y="627"/>
                    <a:pt x="384" y="589"/>
                    <a:pt x="384" y="525"/>
                  </a:cubicBezTo>
                  <a:cubicBezTo>
                    <a:pt x="384" y="461"/>
                    <a:pt x="373" y="423"/>
                    <a:pt x="322" y="423"/>
                  </a:cubicBezTo>
                  <a:cubicBezTo>
                    <a:pt x="271" y="423"/>
                    <a:pt x="260" y="461"/>
                    <a:pt x="260" y="525"/>
                  </a:cubicBezTo>
                  <a:moveTo>
                    <a:pt x="706" y="391"/>
                  </a:moveTo>
                  <a:cubicBezTo>
                    <a:pt x="671" y="391"/>
                    <a:pt x="671" y="391"/>
                    <a:pt x="671" y="391"/>
                  </a:cubicBezTo>
                  <a:cubicBezTo>
                    <a:pt x="663" y="391"/>
                    <a:pt x="661" y="397"/>
                    <a:pt x="661" y="397"/>
                  </a:cubicBezTo>
                  <a:cubicBezTo>
                    <a:pt x="599" y="574"/>
                    <a:pt x="599" y="574"/>
                    <a:pt x="599" y="574"/>
                  </a:cubicBezTo>
                  <a:cubicBezTo>
                    <a:pt x="536" y="397"/>
                    <a:pt x="536" y="397"/>
                    <a:pt x="536" y="397"/>
                  </a:cubicBezTo>
                  <a:cubicBezTo>
                    <a:pt x="536" y="397"/>
                    <a:pt x="535" y="391"/>
                    <a:pt x="527" y="391"/>
                  </a:cubicBezTo>
                  <a:cubicBezTo>
                    <a:pt x="491" y="391"/>
                    <a:pt x="491" y="391"/>
                    <a:pt x="491" y="391"/>
                  </a:cubicBezTo>
                  <a:cubicBezTo>
                    <a:pt x="483" y="391"/>
                    <a:pt x="484" y="398"/>
                    <a:pt x="484" y="398"/>
                  </a:cubicBezTo>
                  <a:cubicBezTo>
                    <a:pt x="474" y="652"/>
                    <a:pt x="474" y="652"/>
                    <a:pt x="474" y="652"/>
                  </a:cubicBezTo>
                  <a:cubicBezTo>
                    <a:pt x="474" y="652"/>
                    <a:pt x="474" y="659"/>
                    <a:pt x="482" y="659"/>
                  </a:cubicBezTo>
                  <a:cubicBezTo>
                    <a:pt x="508" y="659"/>
                    <a:pt x="508" y="659"/>
                    <a:pt x="508" y="659"/>
                  </a:cubicBezTo>
                  <a:cubicBezTo>
                    <a:pt x="515" y="659"/>
                    <a:pt x="515" y="652"/>
                    <a:pt x="515" y="652"/>
                  </a:cubicBezTo>
                  <a:cubicBezTo>
                    <a:pt x="519" y="457"/>
                    <a:pt x="519" y="457"/>
                    <a:pt x="519" y="457"/>
                  </a:cubicBezTo>
                  <a:cubicBezTo>
                    <a:pt x="577" y="616"/>
                    <a:pt x="577" y="616"/>
                    <a:pt x="577" y="616"/>
                  </a:cubicBezTo>
                  <a:cubicBezTo>
                    <a:pt x="577" y="616"/>
                    <a:pt x="579" y="622"/>
                    <a:pt x="587" y="622"/>
                  </a:cubicBezTo>
                  <a:cubicBezTo>
                    <a:pt x="599" y="622"/>
                    <a:pt x="599" y="622"/>
                    <a:pt x="599" y="622"/>
                  </a:cubicBezTo>
                  <a:cubicBezTo>
                    <a:pt x="611" y="622"/>
                    <a:pt x="611" y="622"/>
                    <a:pt x="611" y="622"/>
                  </a:cubicBezTo>
                  <a:cubicBezTo>
                    <a:pt x="618" y="622"/>
                    <a:pt x="620" y="616"/>
                    <a:pt x="620" y="616"/>
                  </a:cubicBezTo>
                  <a:cubicBezTo>
                    <a:pt x="678" y="457"/>
                    <a:pt x="678" y="457"/>
                    <a:pt x="678" y="457"/>
                  </a:cubicBezTo>
                  <a:cubicBezTo>
                    <a:pt x="683" y="652"/>
                    <a:pt x="683" y="652"/>
                    <a:pt x="683" y="652"/>
                  </a:cubicBezTo>
                  <a:cubicBezTo>
                    <a:pt x="683" y="652"/>
                    <a:pt x="682" y="659"/>
                    <a:pt x="690" y="659"/>
                  </a:cubicBezTo>
                  <a:cubicBezTo>
                    <a:pt x="716" y="659"/>
                    <a:pt x="716" y="659"/>
                    <a:pt x="716" y="659"/>
                  </a:cubicBezTo>
                  <a:cubicBezTo>
                    <a:pt x="723" y="659"/>
                    <a:pt x="723" y="652"/>
                    <a:pt x="723" y="652"/>
                  </a:cubicBezTo>
                  <a:cubicBezTo>
                    <a:pt x="713" y="398"/>
                    <a:pt x="713" y="398"/>
                    <a:pt x="713" y="398"/>
                  </a:cubicBezTo>
                  <a:cubicBezTo>
                    <a:pt x="713" y="398"/>
                    <a:pt x="714" y="391"/>
                    <a:pt x="706" y="391"/>
                  </a:cubicBezTo>
                  <a:moveTo>
                    <a:pt x="1016" y="391"/>
                  </a:moveTo>
                  <a:cubicBezTo>
                    <a:pt x="980" y="391"/>
                    <a:pt x="980" y="391"/>
                    <a:pt x="980" y="391"/>
                  </a:cubicBezTo>
                  <a:cubicBezTo>
                    <a:pt x="972" y="391"/>
                    <a:pt x="971" y="397"/>
                    <a:pt x="971" y="397"/>
                  </a:cubicBezTo>
                  <a:cubicBezTo>
                    <a:pt x="908" y="574"/>
                    <a:pt x="908" y="574"/>
                    <a:pt x="908" y="574"/>
                  </a:cubicBezTo>
                  <a:cubicBezTo>
                    <a:pt x="846" y="397"/>
                    <a:pt x="846" y="397"/>
                    <a:pt x="846" y="397"/>
                  </a:cubicBezTo>
                  <a:cubicBezTo>
                    <a:pt x="846" y="397"/>
                    <a:pt x="844" y="391"/>
                    <a:pt x="836" y="391"/>
                  </a:cubicBezTo>
                  <a:cubicBezTo>
                    <a:pt x="801" y="391"/>
                    <a:pt x="801" y="391"/>
                    <a:pt x="801" y="391"/>
                  </a:cubicBezTo>
                  <a:cubicBezTo>
                    <a:pt x="793" y="391"/>
                    <a:pt x="794" y="398"/>
                    <a:pt x="794" y="398"/>
                  </a:cubicBezTo>
                  <a:cubicBezTo>
                    <a:pt x="784" y="652"/>
                    <a:pt x="784" y="652"/>
                    <a:pt x="784" y="652"/>
                  </a:cubicBezTo>
                  <a:cubicBezTo>
                    <a:pt x="784" y="652"/>
                    <a:pt x="784" y="659"/>
                    <a:pt x="791" y="659"/>
                  </a:cubicBezTo>
                  <a:cubicBezTo>
                    <a:pt x="817" y="659"/>
                    <a:pt x="817" y="659"/>
                    <a:pt x="817" y="659"/>
                  </a:cubicBezTo>
                  <a:cubicBezTo>
                    <a:pt x="825" y="659"/>
                    <a:pt x="824" y="652"/>
                    <a:pt x="824" y="652"/>
                  </a:cubicBezTo>
                  <a:cubicBezTo>
                    <a:pt x="829" y="457"/>
                    <a:pt x="829" y="457"/>
                    <a:pt x="829" y="457"/>
                  </a:cubicBezTo>
                  <a:cubicBezTo>
                    <a:pt x="887" y="616"/>
                    <a:pt x="887" y="616"/>
                    <a:pt x="887" y="616"/>
                  </a:cubicBezTo>
                  <a:cubicBezTo>
                    <a:pt x="887" y="616"/>
                    <a:pt x="889" y="622"/>
                    <a:pt x="896" y="622"/>
                  </a:cubicBezTo>
                  <a:cubicBezTo>
                    <a:pt x="908" y="622"/>
                    <a:pt x="908" y="622"/>
                    <a:pt x="908" y="622"/>
                  </a:cubicBezTo>
                  <a:cubicBezTo>
                    <a:pt x="920" y="622"/>
                    <a:pt x="920" y="622"/>
                    <a:pt x="920" y="622"/>
                  </a:cubicBezTo>
                  <a:cubicBezTo>
                    <a:pt x="928" y="622"/>
                    <a:pt x="930" y="616"/>
                    <a:pt x="930" y="616"/>
                  </a:cubicBezTo>
                  <a:cubicBezTo>
                    <a:pt x="988" y="457"/>
                    <a:pt x="988" y="457"/>
                    <a:pt x="988" y="457"/>
                  </a:cubicBezTo>
                  <a:cubicBezTo>
                    <a:pt x="992" y="652"/>
                    <a:pt x="992" y="652"/>
                    <a:pt x="992" y="652"/>
                  </a:cubicBezTo>
                  <a:cubicBezTo>
                    <a:pt x="992" y="652"/>
                    <a:pt x="992" y="659"/>
                    <a:pt x="999" y="659"/>
                  </a:cubicBezTo>
                  <a:cubicBezTo>
                    <a:pt x="1025" y="659"/>
                    <a:pt x="1025" y="659"/>
                    <a:pt x="1025" y="659"/>
                  </a:cubicBezTo>
                  <a:cubicBezTo>
                    <a:pt x="1033" y="659"/>
                    <a:pt x="1032" y="652"/>
                    <a:pt x="1032" y="652"/>
                  </a:cubicBezTo>
                  <a:cubicBezTo>
                    <a:pt x="1023" y="398"/>
                    <a:pt x="1023" y="398"/>
                    <a:pt x="1023" y="398"/>
                  </a:cubicBezTo>
                  <a:cubicBezTo>
                    <a:pt x="1023" y="398"/>
                    <a:pt x="1024" y="391"/>
                    <a:pt x="1016" y="391"/>
                  </a:cubicBezTo>
                  <a:moveTo>
                    <a:pt x="1753" y="525"/>
                  </a:moveTo>
                  <a:cubicBezTo>
                    <a:pt x="1753" y="449"/>
                    <a:pt x="1771" y="387"/>
                    <a:pt x="1857" y="387"/>
                  </a:cubicBezTo>
                  <a:cubicBezTo>
                    <a:pt x="1943" y="387"/>
                    <a:pt x="1960" y="449"/>
                    <a:pt x="1960" y="525"/>
                  </a:cubicBezTo>
                  <a:cubicBezTo>
                    <a:pt x="1960" y="601"/>
                    <a:pt x="1943" y="663"/>
                    <a:pt x="1857" y="663"/>
                  </a:cubicBezTo>
                  <a:cubicBezTo>
                    <a:pt x="1771" y="663"/>
                    <a:pt x="1753" y="601"/>
                    <a:pt x="1753" y="525"/>
                  </a:cubicBezTo>
                  <a:moveTo>
                    <a:pt x="1795" y="525"/>
                  </a:moveTo>
                  <a:cubicBezTo>
                    <a:pt x="1795" y="589"/>
                    <a:pt x="1806" y="627"/>
                    <a:pt x="1857" y="627"/>
                  </a:cubicBezTo>
                  <a:cubicBezTo>
                    <a:pt x="1908" y="627"/>
                    <a:pt x="1919" y="589"/>
                    <a:pt x="1919" y="525"/>
                  </a:cubicBezTo>
                  <a:cubicBezTo>
                    <a:pt x="1919" y="461"/>
                    <a:pt x="1908" y="423"/>
                    <a:pt x="1857" y="423"/>
                  </a:cubicBezTo>
                  <a:cubicBezTo>
                    <a:pt x="1806" y="423"/>
                    <a:pt x="1795" y="461"/>
                    <a:pt x="1795" y="525"/>
                  </a:cubicBezTo>
                  <a:moveTo>
                    <a:pt x="2174" y="659"/>
                  </a:moveTo>
                  <a:cubicBezTo>
                    <a:pt x="2170" y="659"/>
                    <a:pt x="2165" y="656"/>
                    <a:pt x="2163" y="653"/>
                  </a:cubicBezTo>
                  <a:cubicBezTo>
                    <a:pt x="2050" y="468"/>
                    <a:pt x="2050" y="468"/>
                    <a:pt x="2050" y="468"/>
                  </a:cubicBezTo>
                  <a:cubicBezTo>
                    <a:pt x="2051" y="652"/>
                    <a:pt x="2051" y="652"/>
                    <a:pt x="2051" y="652"/>
                  </a:cubicBezTo>
                  <a:cubicBezTo>
                    <a:pt x="2051" y="656"/>
                    <a:pt x="2048" y="659"/>
                    <a:pt x="2044" y="659"/>
                  </a:cubicBezTo>
                  <a:cubicBezTo>
                    <a:pt x="2018" y="659"/>
                    <a:pt x="2018" y="659"/>
                    <a:pt x="2018" y="659"/>
                  </a:cubicBezTo>
                  <a:cubicBezTo>
                    <a:pt x="2014" y="659"/>
                    <a:pt x="2011" y="656"/>
                    <a:pt x="2011" y="652"/>
                  </a:cubicBezTo>
                  <a:cubicBezTo>
                    <a:pt x="2011" y="398"/>
                    <a:pt x="2011" y="398"/>
                    <a:pt x="2011" y="398"/>
                  </a:cubicBezTo>
                  <a:cubicBezTo>
                    <a:pt x="2011" y="394"/>
                    <a:pt x="2014" y="391"/>
                    <a:pt x="2018" y="391"/>
                  </a:cubicBezTo>
                  <a:cubicBezTo>
                    <a:pt x="2041" y="391"/>
                    <a:pt x="2041" y="391"/>
                    <a:pt x="2041" y="391"/>
                  </a:cubicBezTo>
                  <a:cubicBezTo>
                    <a:pt x="2045" y="391"/>
                    <a:pt x="2049" y="394"/>
                    <a:pt x="2051" y="397"/>
                  </a:cubicBezTo>
                  <a:cubicBezTo>
                    <a:pt x="2164" y="581"/>
                    <a:pt x="2164" y="581"/>
                    <a:pt x="2164" y="581"/>
                  </a:cubicBezTo>
                  <a:cubicBezTo>
                    <a:pt x="2163" y="398"/>
                    <a:pt x="2163" y="398"/>
                    <a:pt x="2163" y="398"/>
                  </a:cubicBezTo>
                  <a:cubicBezTo>
                    <a:pt x="2163" y="394"/>
                    <a:pt x="2166" y="391"/>
                    <a:pt x="2170" y="391"/>
                  </a:cubicBezTo>
                  <a:cubicBezTo>
                    <a:pt x="2196" y="391"/>
                    <a:pt x="2196" y="391"/>
                    <a:pt x="2196" y="391"/>
                  </a:cubicBezTo>
                  <a:cubicBezTo>
                    <a:pt x="2200" y="391"/>
                    <a:pt x="2203" y="394"/>
                    <a:pt x="2203" y="398"/>
                  </a:cubicBezTo>
                  <a:cubicBezTo>
                    <a:pt x="2203" y="652"/>
                    <a:pt x="2203" y="652"/>
                    <a:pt x="2203" y="652"/>
                  </a:cubicBezTo>
                  <a:cubicBezTo>
                    <a:pt x="2203" y="656"/>
                    <a:pt x="2200" y="659"/>
                    <a:pt x="2196" y="659"/>
                  </a:cubicBezTo>
                  <a:lnTo>
                    <a:pt x="2174" y="659"/>
                  </a:lnTo>
                  <a:close/>
                  <a:moveTo>
                    <a:pt x="1710" y="4"/>
                  </a:moveTo>
                  <a:cubicBezTo>
                    <a:pt x="1714" y="4"/>
                    <a:pt x="1716" y="7"/>
                    <a:pt x="1715" y="11"/>
                  </a:cubicBezTo>
                  <a:cubicBezTo>
                    <a:pt x="1634" y="269"/>
                    <a:pt x="1634" y="269"/>
                    <a:pt x="1634" y="269"/>
                  </a:cubicBezTo>
                  <a:cubicBezTo>
                    <a:pt x="1633" y="273"/>
                    <a:pt x="1629" y="276"/>
                    <a:pt x="1625" y="276"/>
                  </a:cubicBezTo>
                  <a:cubicBezTo>
                    <a:pt x="1598" y="276"/>
                    <a:pt x="1598" y="276"/>
                    <a:pt x="1598" y="276"/>
                  </a:cubicBezTo>
                  <a:cubicBezTo>
                    <a:pt x="1594" y="276"/>
                    <a:pt x="1590" y="273"/>
                    <a:pt x="1589" y="269"/>
                  </a:cubicBezTo>
                  <a:cubicBezTo>
                    <a:pt x="1508" y="11"/>
                    <a:pt x="1508" y="11"/>
                    <a:pt x="1508" y="11"/>
                  </a:cubicBezTo>
                  <a:cubicBezTo>
                    <a:pt x="1507" y="7"/>
                    <a:pt x="1509" y="4"/>
                    <a:pt x="1513" y="4"/>
                  </a:cubicBezTo>
                  <a:cubicBezTo>
                    <a:pt x="1543" y="4"/>
                    <a:pt x="1543" y="4"/>
                    <a:pt x="1543" y="4"/>
                  </a:cubicBezTo>
                  <a:cubicBezTo>
                    <a:pt x="1547" y="4"/>
                    <a:pt x="1551" y="7"/>
                    <a:pt x="1552" y="11"/>
                  </a:cubicBezTo>
                  <a:cubicBezTo>
                    <a:pt x="1612" y="215"/>
                    <a:pt x="1612" y="215"/>
                    <a:pt x="1612" y="215"/>
                  </a:cubicBezTo>
                  <a:cubicBezTo>
                    <a:pt x="1672" y="11"/>
                    <a:pt x="1672" y="11"/>
                    <a:pt x="1672" y="11"/>
                  </a:cubicBezTo>
                  <a:cubicBezTo>
                    <a:pt x="1673" y="7"/>
                    <a:pt x="1677" y="4"/>
                    <a:pt x="1681" y="4"/>
                  </a:cubicBezTo>
                  <a:lnTo>
                    <a:pt x="1710" y="4"/>
                  </a:lnTo>
                  <a:close/>
                  <a:moveTo>
                    <a:pt x="211" y="777"/>
                  </a:moveTo>
                  <a:cubicBezTo>
                    <a:pt x="215" y="777"/>
                    <a:pt x="217" y="780"/>
                    <a:pt x="216" y="784"/>
                  </a:cubicBezTo>
                  <a:cubicBezTo>
                    <a:pt x="135" y="1042"/>
                    <a:pt x="135" y="1042"/>
                    <a:pt x="135" y="1042"/>
                  </a:cubicBezTo>
                  <a:cubicBezTo>
                    <a:pt x="134" y="1046"/>
                    <a:pt x="130" y="1049"/>
                    <a:pt x="126" y="1049"/>
                  </a:cubicBezTo>
                  <a:cubicBezTo>
                    <a:pt x="99" y="1049"/>
                    <a:pt x="99" y="1049"/>
                    <a:pt x="99" y="1049"/>
                  </a:cubicBezTo>
                  <a:cubicBezTo>
                    <a:pt x="96" y="1049"/>
                    <a:pt x="91" y="1046"/>
                    <a:pt x="90" y="1042"/>
                  </a:cubicBezTo>
                  <a:cubicBezTo>
                    <a:pt x="9" y="784"/>
                    <a:pt x="9" y="784"/>
                    <a:pt x="9" y="784"/>
                  </a:cubicBezTo>
                  <a:cubicBezTo>
                    <a:pt x="8" y="780"/>
                    <a:pt x="10" y="777"/>
                    <a:pt x="14" y="777"/>
                  </a:cubicBezTo>
                  <a:cubicBezTo>
                    <a:pt x="44" y="777"/>
                    <a:pt x="44" y="777"/>
                    <a:pt x="44" y="777"/>
                  </a:cubicBezTo>
                  <a:cubicBezTo>
                    <a:pt x="48" y="777"/>
                    <a:pt x="52" y="780"/>
                    <a:pt x="53" y="784"/>
                  </a:cubicBezTo>
                  <a:cubicBezTo>
                    <a:pt x="113" y="988"/>
                    <a:pt x="113" y="988"/>
                    <a:pt x="113" y="988"/>
                  </a:cubicBezTo>
                  <a:cubicBezTo>
                    <a:pt x="173" y="784"/>
                    <a:pt x="173" y="784"/>
                    <a:pt x="173" y="784"/>
                  </a:cubicBezTo>
                  <a:cubicBezTo>
                    <a:pt x="174" y="780"/>
                    <a:pt x="178" y="777"/>
                    <a:pt x="182" y="777"/>
                  </a:cubicBezTo>
                  <a:lnTo>
                    <a:pt x="211" y="777"/>
                  </a:lnTo>
                  <a:close/>
                  <a:moveTo>
                    <a:pt x="685" y="814"/>
                  </a:moveTo>
                  <a:cubicBezTo>
                    <a:pt x="685" y="1038"/>
                    <a:pt x="685" y="1038"/>
                    <a:pt x="685" y="1038"/>
                  </a:cubicBezTo>
                  <a:cubicBezTo>
                    <a:pt x="685" y="1042"/>
                    <a:pt x="681" y="1045"/>
                    <a:pt x="677" y="1045"/>
                  </a:cubicBezTo>
                  <a:cubicBezTo>
                    <a:pt x="652" y="1045"/>
                    <a:pt x="652" y="1045"/>
                    <a:pt x="652" y="1045"/>
                  </a:cubicBezTo>
                  <a:cubicBezTo>
                    <a:pt x="648" y="1045"/>
                    <a:pt x="644" y="1042"/>
                    <a:pt x="644" y="1038"/>
                  </a:cubicBezTo>
                  <a:cubicBezTo>
                    <a:pt x="644" y="814"/>
                    <a:pt x="644" y="814"/>
                    <a:pt x="644" y="814"/>
                  </a:cubicBezTo>
                  <a:cubicBezTo>
                    <a:pt x="582" y="814"/>
                    <a:pt x="582" y="814"/>
                    <a:pt x="582" y="814"/>
                  </a:cubicBezTo>
                  <a:cubicBezTo>
                    <a:pt x="578" y="814"/>
                    <a:pt x="575" y="811"/>
                    <a:pt x="575" y="807"/>
                  </a:cubicBezTo>
                  <a:cubicBezTo>
                    <a:pt x="575" y="784"/>
                    <a:pt x="575" y="784"/>
                    <a:pt x="575" y="784"/>
                  </a:cubicBezTo>
                  <a:cubicBezTo>
                    <a:pt x="575" y="780"/>
                    <a:pt x="578" y="777"/>
                    <a:pt x="582" y="777"/>
                  </a:cubicBezTo>
                  <a:cubicBezTo>
                    <a:pt x="747" y="777"/>
                    <a:pt x="747" y="777"/>
                    <a:pt x="747" y="777"/>
                  </a:cubicBezTo>
                  <a:cubicBezTo>
                    <a:pt x="751" y="777"/>
                    <a:pt x="754" y="780"/>
                    <a:pt x="754" y="784"/>
                  </a:cubicBezTo>
                  <a:cubicBezTo>
                    <a:pt x="754" y="807"/>
                    <a:pt x="754" y="807"/>
                    <a:pt x="754" y="807"/>
                  </a:cubicBezTo>
                  <a:cubicBezTo>
                    <a:pt x="754" y="811"/>
                    <a:pt x="751" y="814"/>
                    <a:pt x="747" y="814"/>
                  </a:cubicBezTo>
                  <a:lnTo>
                    <a:pt x="685" y="814"/>
                  </a:lnTo>
                  <a:close/>
                  <a:moveTo>
                    <a:pt x="781" y="911"/>
                  </a:moveTo>
                  <a:cubicBezTo>
                    <a:pt x="781" y="835"/>
                    <a:pt x="798" y="773"/>
                    <a:pt x="884" y="773"/>
                  </a:cubicBezTo>
                  <a:cubicBezTo>
                    <a:pt x="970" y="773"/>
                    <a:pt x="988" y="835"/>
                    <a:pt x="988" y="911"/>
                  </a:cubicBezTo>
                  <a:cubicBezTo>
                    <a:pt x="988" y="987"/>
                    <a:pt x="970" y="1050"/>
                    <a:pt x="884" y="1050"/>
                  </a:cubicBezTo>
                  <a:cubicBezTo>
                    <a:pt x="798" y="1050"/>
                    <a:pt x="781" y="987"/>
                    <a:pt x="781" y="911"/>
                  </a:cubicBezTo>
                  <a:moveTo>
                    <a:pt x="822" y="911"/>
                  </a:moveTo>
                  <a:cubicBezTo>
                    <a:pt x="822" y="975"/>
                    <a:pt x="833" y="1013"/>
                    <a:pt x="884" y="1013"/>
                  </a:cubicBezTo>
                  <a:cubicBezTo>
                    <a:pt x="935" y="1013"/>
                    <a:pt x="946" y="975"/>
                    <a:pt x="946" y="911"/>
                  </a:cubicBezTo>
                  <a:cubicBezTo>
                    <a:pt x="946" y="848"/>
                    <a:pt x="935" y="809"/>
                    <a:pt x="884" y="809"/>
                  </a:cubicBezTo>
                  <a:cubicBezTo>
                    <a:pt x="833" y="809"/>
                    <a:pt x="822" y="848"/>
                    <a:pt x="822" y="911"/>
                  </a:cubicBezTo>
                  <a:moveTo>
                    <a:pt x="242" y="272"/>
                  </a:moveTo>
                  <a:cubicBezTo>
                    <a:pt x="239" y="272"/>
                    <a:pt x="235" y="269"/>
                    <a:pt x="235" y="265"/>
                  </a:cubicBezTo>
                  <a:cubicBezTo>
                    <a:pt x="235" y="11"/>
                    <a:pt x="235" y="11"/>
                    <a:pt x="235" y="11"/>
                  </a:cubicBezTo>
                  <a:cubicBezTo>
                    <a:pt x="235" y="7"/>
                    <a:pt x="239" y="4"/>
                    <a:pt x="242" y="4"/>
                  </a:cubicBezTo>
                  <a:cubicBezTo>
                    <a:pt x="268" y="4"/>
                    <a:pt x="268" y="4"/>
                    <a:pt x="268" y="4"/>
                  </a:cubicBezTo>
                  <a:cubicBezTo>
                    <a:pt x="272" y="4"/>
                    <a:pt x="275" y="7"/>
                    <a:pt x="275" y="11"/>
                  </a:cubicBezTo>
                  <a:cubicBezTo>
                    <a:pt x="275" y="265"/>
                    <a:pt x="275" y="265"/>
                    <a:pt x="275" y="265"/>
                  </a:cubicBezTo>
                  <a:cubicBezTo>
                    <a:pt x="275" y="269"/>
                    <a:pt x="272" y="272"/>
                    <a:pt x="268" y="272"/>
                  </a:cubicBezTo>
                  <a:lnTo>
                    <a:pt x="242" y="272"/>
                  </a:lnTo>
                  <a:close/>
                  <a:moveTo>
                    <a:pt x="1106" y="659"/>
                  </a:moveTo>
                  <a:cubicBezTo>
                    <a:pt x="1102" y="659"/>
                    <a:pt x="1099" y="656"/>
                    <a:pt x="1099" y="652"/>
                  </a:cubicBezTo>
                  <a:cubicBezTo>
                    <a:pt x="1099" y="398"/>
                    <a:pt x="1099" y="398"/>
                    <a:pt x="1099" y="398"/>
                  </a:cubicBezTo>
                  <a:cubicBezTo>
                    <a:pt x="1099" y="394"/>
                    <a:pt x="1102" y="391"/>
                    <a:pt x="1106" y="391"/>
                  </a:cubicBezTo>
                  <a:cubicBezTo>
                    <a:pt x="1132" y="391"/>
                    <a:pt x="1132" y="391"/>
                    <a:pt x="1132" y="391"/>
                  </a:cubicBezTo>
                  <a:cubicBezTo>
                    <a:pt x="1136" y="391"/>
                    <a:pt x="1139" y="394"/>
                    <a:pt x="1139" y="398"/>
                  </a:cubicBezTo>
                  <a:cubicBezTo>
                    <a:pt x="1139" y="652"/>
                    <a:pt x="1139" y="652"/>
                    <a:pt x="1139" y="652"/>
                  </a:cubicBezTo>
                  <a:cubicBezTo>
                    <a:pt x="1139" y="656"/>
                    <a:pt x="1136" y="659"/>
                    <a:pt x="1132" y="659"/>
                  </a:cubicBezTo>
                  <a:lnTo>
                    <a:pt x="1106" y="659"/>
                  </a:lnTo>
                  <a:close/>
                  <a:moveTo>
                    <a:pt x="1287" y="1045"/>
                  </a:moveTo>
                  <a:cubicBezTo>
                    <a:pt x="1283" y="1045"/>
                    <a:pt x="1280" y="1042"/>
                    <a:pt x="1280" y="1038"/>
                  </a:cubicBezTo>
                  <a:cubicBezTo>
                    <a:pt x="1280" y="784"/>
                    <a:pt x="1280" y="784"/>
                    <a:pt x="1280" y="784"/>
                  </a:cubicBezTo>
                  <a:cubicBezTo>
                    <a:pt x="1280" y="780"/>
                    <a:pt x="1283" y="777"/>
                    <a:pt x="1287" y="777"/>
                  </a:cubicBezTo>
                  <a:cubicBezTo>
                    <a:pt x="1313" y="777"/>
                    <a:pt x="1313" y="777"/>
                    <a:pt x="1313" y="777"/>
                  </a:cubicBezTo>
                  <a:cubicBezTo>
                    <a:pt x="1317" y="777"/>
                    <a:pt x="1320" y="780"/>
                    <a:pt x="1320" y="784"/>
                  </a:cubicBezTo>
                  <a:cubicBezTo>
                    <a:pt x="1320" y="1038"/>
                    <a:pt x="1320" y="1038"/>
                    <a:pt x="1320" y="1038"/>
                  </a:cubicBezTo>
                  <a:cubicBezTo>
                    <a:pt x="1320" y="1042"/>
                    <a:pt x="1317" y="1045"/>
                    <a:pt x="1313" y="1045"/>
                  </a:cubicBezTo>
                  <a:lnTo>
                    <a:pt x="1287" y="1045"/>
                  </a:lnTo>
                  <a:close/>
                  <a:moveTo>
                    <a:pt x="272" y="1045"/>
                  </a:moveTo>
                  <a:cubicBezTo>
                    <a:pt x="269" y="1045"/>
                    <a:pt x="265" y="1042"/>
                    <a:pt x="265" y="1038"/>
                  </a:cubicBezTo>
                  <a:cubicBezTo>
                    <a:pt x="265" y="784"/>
                    <a:pt x="265" y="784"/>
                    <a:pt x="265" y="784"/>
                  </a:cubicBezTo>
                  <a:cubicBezTo>
                    <a:pt x="265" y="780"/>
                    <a:pt x="269" y="777"/>
                    <a:pt x="272" y="777"/>
                  </a:cubicBezTo>
                  <a:cubicBezTo>
                    <a:pt x="298" y="777"/>
                    <a:pt x="298" y="777"/>
                    <a:pt x="298" y="777"/>
                  </a:cubicBezTo>
                  <a:cubicBezTo>
                    <a:pt x="302" y="777"/>
                    <a:pt x="305" y="780"/>
                    <a:pt x="305" y="784"/>
                  </a:cubicBezTo>
                  <a:cubicBezTo>
                    <a:pt x="305" y="1038"/>
                    <a:pt x="305" y="1038"/>
                    <a:pt x="305" y="1038"/>
                  </a:cubicBezTo>
                  <a:cubicBezTo>
                    <a:pt x="305" y="1042"/>
                    <a:pt x="302" y="1045"/>
                    <a:pt x="298" y="1045"/>
                  </a:cubicBezTo>
                  <a:lnTo>
                    <a:pt x="272" y="1045"/>
                  </a:lnTo>
                  <a:close/>
                  <a:moveTo>
                    <a:pt x="1664" y="659"/>
                  </a:moveTo>
                  <a:cubicBezTo>
                    <a:pt x="1660" y="659"/>
                    <a:pt x="1657" y="656"/>
                    <a:pt x="1657" y="652"/>
                  </a:cubicBezTo>
                  <a:cubicBezTo>
                    <a:pt x="1657" y="398"/>
                    <a:pt x="1657" y="398"/>
                    <a:pt x="1657" y="398"/>
                  </a:cubicBezTo>
                  <a:cubicBezTo>
                    <a:pt x="1657" y="394"/>
                    <a:pt x="1660" y="391"/>
                    <a:pt x="1664" y="391"/>
                  </a:cubicBezTo>
                  <a:cubicBezTo>
                    <a:pt x="1690" y="391"/>
                    <a:pt x="1690" y="391"/>
                    <a:pt x="1690" y="391"/>
                  </a:cubicBezTo>
                  <a:cubicBezTo>
                    <a:pt x="1693" y="391"/>
                    <a:pt x="1697" y="394"/>
                    <a:pt x="1697" y="398"/>
                  </a:cubicBezTo>
                  <a:cubicBezTo>
                    <a:pt x="1697" y="652"/>
                    <a:pt x="1697" y="652"/>
                    <a:pt x="1697" y="652"/>
                  </a:cubicBezTo>
                  <a:cubicBezTo>
                    <a:pt x="1697" y="656"/>
                    <a:pt x="1693" y="659"/>
                    <a:pt x="1690" y="659"/>
                  </a:cubicBezTo>
                  <a:lnTo>
                    <a:pt x="1664" y="659"/>
                  </a:lnTo>
                  <a:close/>
                  <a:moveTo>
                    <a:pt x="1773" y="272"/>
                  </a:moveTo>
                  <a:cubicBezTo>
                    <a:pt x="1769" y="272"/>
                    <a:pt x="1766" y="269"/>
                    <a:pt x="1766" y="265"/>
                  </a:cubicBezTo>
                  <a:cubicBezTo>
                    <a:pt x="1766" y="11"/>
                    <a:pt x="1766" y="11"/>
                    <a:pt x="1766" y="11"/>
                  </a:cubicBezTo>
                  <a:cubicBezTo>
                    <a:pt x="1766" y="7"/>
                    <a:pt x="1769" y="4"/>
                    <a:pt x="1773" y="4"/>
                  </a:cubicBezTo>
                  <a:cubicBezTo>
                    <a:pt x="1799" y="4"/>
                    <a:pt x="1799" y="4"/>
                    <a:pt x="1799" y="4"/>
                  </a:cubicBezTo>
                  <a:cubicBezTo>
                    <a:pt x="1803" y="4"/>
                    <a:pt x="1806" y="7"/>
                    <a:pt x="1806" y="11"/>
                  </a:cubicBezTo>
                  <a:cubicBezTo>
                    <a:pt x="1806" y="265"/>
                    <a:pt x="1806" y="265"/>
                    <a:pt x="1806" y="265"/>
                  </a:cubicBezTo>
                  <a:cubicBezTo>
                    <a:pt x="1806" y="269"/>
                    <a:pt x="1803" y="272"/>
                    <a:pt x="1799" y="272"/>
                  </a:cubicBezTo>
                  <a:lnTo>
                    <a:pt x="1773" y="272"/>
                  </a:lnTo>
                  <a:close/>
                  <a:moveTo>
                    <a:pt x="1580" y="1039"/>
                  </a:moveTo>
                  <a:cubicBezTo>
                    <a:pt x="1499" y="781"/>
                    <a:pt x="1499" y="781"/>
                    <a:pt x="1499" y="781"/>
                  </a:cubicBezTo>
                  <a:cubicBezTo>
                    <a:pt x="1498" y="777"/>
                    <a:pt x="1493" y="774"/>
                    <a:pt x="1490" y="774"/>
                  </a:cubicBezTo>
                  <a:cubicBezTo>
                    <a:pt x="1463" y="774"/>
                    <a:pt x="1463" y="774"/>
                    <a:pt x="1463" y="774"/>
                  </a:cubicBezTo>
                  <a:cubicBezTo>
                    <a:pt x="1459" y="774"/>
                    <a:pt x="1455" y="777"/>
                    <a:pt x="1454" y="781"/>
                  </a:cubicBezTo>
                  <a:cubicBezTo>
                    <a:pt x="1373" y="1039"/>
                    <a:pt x="1373" y="1039"/>
                    <a:pt x="1373" y="1039"/>
                  </a:cubicBezTo>
                  <a:cubicBezTo>
                    <a:pt x="1372" y="1042"/>
                    <a:pt x="1374" y="1045"/>
                    <a:pt x="1378" y="1045"/>
                  </a:cubicBezTo>
                  <a:cubicBezTo>
                    <a:pt x="1407" y="1045"/>
                    <a:pt x="1407" y="1045"/>
                    <a:pt x="1407" y="1045"/>
                  </a:cubicBezTo>
                  <a:cubicBezTo>
                    <a:pt x="1411" y="1045"/>
                    <a:pt x="1415" y="1042"/>
                    <a:pt x="1416" y="1039"/>
                  </a:cubicBezTo>
                  <a:cubicBezTo>
                    <a:pt x="1433" y="980"/>
                    <a:pt x="1433" y="980"/>
                    <a:pt x="1433" y="980"/>
                  </a:cubicBezTo>
                  <a:cubicBezTo>
                    <a:pt x="1519" y="980"/>
                    <a:pt x="1519" y="980"/>
                    <a:pt x="1519" y="980"/>
                  </a:cubicBezTo>
                  <a:cubicBezTo>
                    <a:pt x="1536" y="1039"/>
                    <a:pt x="1536" y="1039"/>
                    <a:pt x="1536" y="1039"/>
                  </a:cubicBezTo>
                  <a:cubicBezTo>
                    <a:pt x="1537" y="1042"/>
                    <a:pt x="1541" y="1045"/>
                    <a:pt x="1545" y="1045"/>
                  </a:cubicBezTo>
                  <a:cubicBezTo>
                    <a:pt x="1575" y="1045"/>
                    <a:pt x="1575" y="1045"/>
                    <a:pt x="1575" y="1045"/>
                  </a:cubicBezTo>
                  <a:cubicBezTo>
                    <a:pt x="1579" y="1045"/>
                    <a:pt x="1581" y="1042"/>
                    <a:pt x="1580" y="1039"/>
                  </a:cubicBezTo>
                  <a:moveTo>
                    <a:pt x="1440" y="947"/>
                  </a:moveTo>
                  <a:cubicBezTo>
                    <a:pt x="1474" y="828"/>
                    <a:pt x="1474" y="828"/>
                    <a:pt x="1474" y="828"/>
                  </a:cubicBezTo>
                  <a:cubicBezTo>
                    <a:pt x="1509" y="947"/>
                    <a:pt x="1509" y="947"/>
                    <a:pt x="1509" y="947"/>
                  </a:cubicBezTo>
                  <a:lnTo>
                    <a:pt x="1440" y="94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pic>
          <p:nvPicPr>
            <p:cNvPr id="17" name="Picture 15" descr="logo_600dpi"/>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2" y="262"/>
              <a:ext cx="637" cy="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 name="Group 18"/>
          <p:cNvGrpSpPr>
            <a:grpSpLocks/>
          </p:cNvGrpSpPr>
          <p:nvPr/>
        </p:nvGrpSpPr>
        <p:grpSpPr bwMode="auto">
          <a:xfrm>
            <a:off x="3449638" y="6070600"/>
            <a:ext cx="5205412" cy="442913"/>
            <a:chOff x="2173" y="3824"/>
            <a:chExt cx="3279" cy="279"/>
          </a:xfrm>
        </p:grpSpPr>
        <p:sp>
          <p:nvSpPr>
            <p:cNvPr id="19" name="Freeform 19"/>
            <p:cNvSpPr>
              <a:spLocks noChangeAspect="1" noEditPoints="1"/>
            </p:cNvSpPr>
            <p:nvPr userDrawn="1"/>
          </p:nvSpPr>
          <p:spPr bwMode="black">
            <a:xfrm>
              <a:off x="3605" y="3824"/>
              <a:ext cx="279" cy="279"/>
            </a:xfrm>
            <a:custGeom>
              <a:avLst/>
              <a:gdLst>
                <a:gd name="T0" fmla="*/ 0 w 17008"/>
                <a:gd name="T1" fmla="*/ 0 h 17018"/>
                <a:gd name="T2" fmla="*/ 0 w 17008"/>
                <a:gd name="T3" fmla="*/ 0 h 17018"/>
                <a:gd name="T4" fmla="*/ 0 w 17008"/>
                <a:gd name="T5" fmla="*/ 0 h 17018"/>
                <a:gd name="T6" fmla="*/ 0 w 17008"/>
                <a:gd name="T7" fmla="*/ 0 h 17018"/>
                <a:gd name="T8" fmla="*/ 0 w 17008"/>
                <a:gd name="T9" fmla="*/ 0 h 17018"/>
                <a:gd name="T10" fmla="*/ 0 w 17008"/>
                <a:gd name="T11" fmla="*/ 0 h 17018"/>
                <a:gd name="T12" fmla="*/ 0 w 17008"/>
                <a:gd name="T13" fmla="*/ 0 h 17018"/>
                <a:gd name="T14" fmla="*/ 0 w 17008"/>
                <a:gd name="T15" fmla="*/ 0 h 17018"/>
                <a:gd name="T16" fmla="*/ 0 w 17008"/>
                <a:gd name="T17" fmla="*/ 0 h 17018"/>
                <a:gd name="T18" fmla="*/ 0 w 17008"/>
                <a:gd name="T19" fmla="*/ 0 h 17018"/>
                <a:gd name="T20" fmla="*/ 0 w 17008"/>
                <a:gd name="T21" fmla="*/ 0 h 17018"/>
                <a:gd name="T22" fmla="*/ 0 w 17008"/>
                <a:gd name="T23" fmla="*/ 0 h 17018"/>
                <a:gd name="T24" fmla="*/ 0 w 17008"/>
                <a:gd name="T25" fmla="*/ 0 h 17018"/>
                <a:gd name="T26" fmla="*/ 0 w 17008"/>
                <a:gd name="T27" fmla="*/ 0 h 17018"/>
                <a:gd name="T28" fmla="*/ 0 w 17008"/>
                <a:gd name="T29" fmla="*/ 0 h 17018"/>
                <a:gd name="T30" fmla="*/ 0 w 17008"/>
                <a:gd name="T31" fmla="*/ 0 h 17018"/>
                <a:gd name="T32" fmla="*/ 0 w 17008"/>
                <a:gd name="T33" fmla="*/ 0 h 17018"/>
                <a:gd name="T34" fmla="*/ 0 w 17008"/>
                <a:gd name="T35" fmla="*/ 0 h 17018"/>
                <a:gd name="T36" fmla="*/ 0 w 17008"/>
                <a:gd name="T37" fmla="*/ 0 h 17018"/>
                <a:gd name="T38" fmla="*/ 0 w 17008"/>
                <a:gd name="T39" fmla="*/ 0 h 17018"/>
                <a:gd name="T40" fmla="*/ 0 w 17008"/>
                <a:gd name="T41" fmla="*/ 0 h 17018"/>
                <a:gd name="T42" fmla="*/ 0 w 17008"/>
                <a:gd name="T43" fmla="*/ 0 h 17018"/>
                <a:gd name="T44" fmla="*/ 0 w 17008"/>
                <a:gd name="T45" fmla="*/ 0 h 17018"/>
                <a:gd name="T46" fmla="*/ 0 w 17008"/>
                <a:gd name="T47" fmla="*/ 0 h 17018"/>
                <a:gd name="T48" fmla="*/ 0 w 17008"/>
                <a:gd name="T49" fmla="*/ 0 h 17018"/>
                <a:gd name="T50" fmla="*/ 0 w 17008"/>
                <a:gd name="T51" fmla="*/ 0 h 17018"/>
                <a:gd name="T52" fmla="*/ 0 w 17008"/>
                <a:gd name="T53" fmla="*/ 0 h 17018"/>
                <a:gd name="T54" fmla="*/ 0 w 17008"/>
                <a:gd name="T55" fmla="*/ 0 h 17018"/>
                <a:gd name="T56" fmla="*/ 0 w 17008"/>
                <a:gd name="T57" fmla="*/ 0 h 17018"/>
                <a:gd name="T58" fmla="*/ 0 w 17008"/>
                <a:gd name="T59" fmla="*/ 0 h 17018"/>
                <a:gd name="T60" fmla="*/ 0 w 17008"/>
                <a:gd name="T61" fmla="*/ 0 h 17018"/>
                <a:gd name="T62" fmla="*/ 0 w 17008"/>
                <a:gd name="T63" fmla="*/ 0 h 17018"/>
                <a:gd name="T64" fmla="*/ 0 w 17008"/>
                <a:gd name="T65" fmla="*/ 0 h 17018"/>
                <a:gd name="T66" fmla="*/ 0 w 17008"/>
                <a:gd name="T67" fmla="*/ 0 h 17018"/>
                <a:gd name="T68" fmla="*/ 0 w 17008"/>
                <a:gd name="T69" fmla="*/ 0 h 17018"/>
                <a:gd name="T70" fmla="*/ 0 w 17008"/>
                <a:gd name="T71" fmla="*/ 0 h 17018"/>
                <a:gd name="T72" fmla="*/ 0 w 17008"/>
                <a:gd name="T73" fmla="*/ 0 h 17018"/>
                <a:gd name="T74" fmla="*/ 0 w 17008"/>
                <a:gd name="T75" fmla="*/ 0 h 17018"/>
                <a:gd name="T76" fmla="*/ 0 w 17008"/>
                <a:gd name="T77" fmla="*/ 0 h 17018"/>
                <a:gd name="T78" fmla="*/ 0 w 17008"/>
                <a:gd name="T79" fmla="*/ 0 h 17018"/>
                <a:gd name="T80" fmla="*/ 0 w 17008"/>
                <a:gd name="T81" fmla="*/ 0 h 17018"/>
                <a:gd name="T82" fmla="*/ 0 w 17008"/>
                <a:gd name="T83" fmla="*/ 0 h 17018"/>
                <a:gd name="T84" fmla="*/ 0 w 17008"/>
                <a:gd name="T85" fmla="*/ 0 h 17018"/>
                <a:gd name="T86" fmla="*/ 0 w 17008"/>
                <a:gd name="T87" fmla="*/ 0 h 17018"/>
                <a:gd name="T88" fmla="*/ 0 w 17008"/>
                <a:gd name="T89" fmla="*/ 0 h 17018"/>
                <a:gd name="T90" fmla="*/ 0 w 17008"/>
                <a:gd name="T91" fmla="*/ 0 h 17018"/>
                <a:gd name="T92" fmla="*/ 0 w 17008"/>
                <a:gd name="T93" fmla="*/ 0 h 17018"/>
                <a:gd name="T94" fmla="*/ 0 w 17008"/>
                <a:gd name="T95" fmla="*/ 0 h 170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008" h="17018">
                  <a:moveTo>
                    <a:pt x="7217" y="1985"/>
                  </a:moveTo>
                  <a:cubicBezTo>
                    <a:pt x="9639" y="1985"/>
                    <a:pt x="9639" y="1985"/>
                    <a:pt x="9639" y="1985"/>
                  </a:cubicBezTo>
                  <a:cubicBezTo>
                    <a:pt x="9639" y="4311"/>
                    <a:pt x="9639" y="4311"/>
                    <a:pt x="9639" y="4311"/>
                  </a:cubicBezTo>
                  <a:cubicBezTo>
                    <a:pt x="7217" y="4311"/>
                    <a:pt x="7217" y="4311"/>
                    <a:pt x="7217" y="4311"/>
                  </a:cubicBezTo>
                  <a:lnTo>
                    <a:pt x="7217" y="1985"/>
                  </a:lnTo>
                  <a:close/>
                  <a:moveTo>
                    <a:pt x="4795" y="6723"/>
                  </a:moveTo>
                  <a:cubicBezTo>
                    <a:pt x="7217" y="6723"/>
                    <a:pt x="7217" y="6723"/>
                    <a:pt x="7217" y="6723"/>
                  </a:cubicBezTo>
                  <a:cubicBezTo>
                    <a:pt x="7217" y="4311"/>
                    <a:pt x="7217" y="4311"/>
                    <a:pt x="7217" y="4311"/>
                  </a:cubicBezTo>
                  <a:cubicBezTo>
                    <a:pt x="4795" y="4311"/>
                    <a:pt x="4795" y="4311"/>
                    <a:pt x="4795" y="4311"/>
                  </a:cubicBezTo>
                  <a:lnTo>
                    <a:pt x="4795" y="6723"/>
                  </a:lnTo>
                  <a:close/>
                  <a:moveTo>
                    <a:pt x="7217" y="9061"/>
                  </a:moveTo>
                  <a:cubicBezTo>
                    <a:pt x="9639" y="9061"/>
                    <a:pt x="9639" y="9061"/>
                    <a:pt x="9639" y="9061"/>
                  </a:cubicBezTo>
                  <a:cubicBezTo>
                    <a:pt x="9639" y="6725"/>
                    <a:pt x="9639" y="6725"/>
                    <a:pt x="9639" y="6725"/>
                  </a:cubicBezTo>
                  <a:cubicBezTo>
                    <a:pt x="7217" y="6725"/>
                    <a:pt x="7217" y="6725"/>
                    <a:pt x="7217" y="6725"/>
                  </a:cubicBezTo>
                  <a:lnTo>
                    <a:pt x="7217" y="9061"/>
                  </a:lnTo>
                  <a:close/>
                  <a:moveTo>
                    <a:pt x="2364" y="4311"/>
                  </a:moveTo>
                  <a:cubicBezTo>
                    <a:pt x="4795" y="4311"/>
                    <a:pt x="4795" y="4311"/>
                    <a:pt x="4795" y="4311"/>
                  </a:cubicBezTo>
                  <a:cubicBezTo>
                    <a:pt x="4795" y="1985"/>
                    <a:pt x="4795" y="1985"/>
                    <a:pt x="4795" y="1985"/>
                  </a:cubicBezTo>
                  <a:cubicBezTo>
                    <a:pt x="2364" y="1985"/>
                    <a:pt x="2364" y="1985"/>
                    <a:pt x="2364" y="1985"/>
                  </a:cubicBezTo>
                  <a:lnTo>
                    <a:pt x="2364" y="4311"/>
                  </a:lnTo>
                  <a:close/>
                  <a:moveTo>
                    <a:pt x="2364" y="9061"/>
                  </a:moveTo>
                  <a:cubicBezTo>
                    <a:pt x="4795" y="9061"/>
                    <a:pt x="4795" y="9061"/>
                    <a:pt x="4795" y="9061"/>
                  </a:cubicBezTo>
                  <a:cubicBezTo>
                    <a:pt x="4795" y="6725"/>
                    <a:pt x="4795" y="6725"/>
                    <a:pt x="4795" y="6725"/>
                  </a:cubicBezTo>
                  <a:cubicBezTo>
                    <a:pt x="2364" y="6725"/>
                    <a:pt x="2364" y="6725"/>
                    <a:pt x="2364" y="6725"/>
                  </a:cubicBezTo>
                  <a:lnTo>
                    <a:pt x="2364" y="9061"/>
                  </a:lnTo>
                  <a:close/>
                  <a:moveTo>
                    <a:pt x="12060" y="4311"/>
                  </a:moveTo>
                  <a:cubicBezTo>
                    <a:pt x="14482" y="4311"/>
                    <a:pt x="14482" y="4311"/>
                    <a:pt x="14482" y="4311"/>
                  </a:cubicBezTo>
                  <a:cubicBezTo>
                    <a:pt x="14482" y="1985"/>
                    <a:pt x="14482" y="1985"/>
                    <a:pt x="14482" y="1985"/>
                  </a:cubicBezTo>
                  <a:cubicBezTo>
                    <a:pt x="12060" y="1985"/>
                    <a:pt x="12060" y="1985"/>
                    <a:pt x="12060" y="1985"/>
                  </a:cubicBezTo>
                  <a:lnTo>
                    <a:pt x="12060" y="4311"/>
                  </a:lnTo>
                  <a:close/>
                  <a:moveTo>
                    <a:pt x="9639" y="6723"/>
                  </a:moveTo>
                  <a:cubicBezTo>
                    <a:pt x="12060" y="6723"/>
                    <a:pt x="12060" y="6723"/>
                    <a:pt x="12060" y="6723"/>
                  </a:cubicBezTo>
                  <a:cubicBezTo>
                    <a:pt x="12060" y="4311"/>
                    <a:pt x="12060" y="4311"/>
                    <a:pt x="12060" y="4311"/>
                  </a:cubicBezTo>
                  <a:cubicBezTo>
                    <a:pt x="9639" y="4311"/>
                    <a:pt x="9639" y="4311"/>
                    <a:pt x="9639" y="4311"/>
                  </a:cubicBezTo>
                  <a:lnTo>
                    <a:pt x="9639" y="6723"/>
                  </a:lnTo>
                  <a:close/>
                  <a:moveTo>
                    <a:pt x="12060" y="9061"/>
                  </a:moveTo>
                  <a:cubicBezTo>
                    <a:pt x="14482" y="9061"/>
                    <a:pt x="14482" y="9061"/>
                    <a:pt x="14482" y="9061"/>
                  </a:cubicBezTo>
                  <a:cubicBezTo>
                    <a:pt x="14482" y="6725"/>
                    <a:pt x="14482" y="6725"/>
                    <a:pt x="14482" y="6725"/>
                  </a:cubicBezTo>
                  <a:cubicBezTo>
                    <a:pt x="12060" y="6725"/>
                    <a:pt x="12060" y="6725"/>
                    <a:pt x="12060" y="6725"/>
                  </a:cubicBezTo>
                  <a:lnTo>
                    <a:pt x="12060" y="9061"/>
                  </a:lnTo>
                  <a:close/>
                  <a:moveTo>
                    <a:pt x="14776" y="15005"/>
                  </a:moveTo>
                  <a:cubicBezTo>
                    <a:pt x="13371" y="15005"/>
                    <a:pt x="13371" y="15005"/>
                    <a:pt x="13371" y="15005"/>
                  </a:cubicBezTo>
                  <a:cubicBezTo>
                    <a:pt x="13181" y="14321"/>
                    <a:pt x="13181" y="14321"/>
                    <a:pt x="13181" y="14321"/>
                  </a:cubicBezTo>
                  <a:cubicBezTo>
                    <a:pt x="12687" y="14330"/>
                    <a:pt x="12687" y="14330"/>
                    <a:pt x="12687" y="14330"/>
                  </a:cubicBezTo>
                  <a:cubicBezTo>
                    <a:pt x="11690" y="14340"/>
                    <a:pt x="11690" y="14340"/>
                    <a:pt x="11690" y="14340"/>
                  </a:cubicBezTo>
                  <a:cubicBezTo>
                    <a:pt x="11177" y="15005"/>
                    <a:pt x="11177" y="15005"/>
                    <a:pt x="11177" y="15005"/>
                  </a:cubicBezTo>
                  <a:cubicBezTo>
                    <a:pt x="9800" y="15005"/>
                    <a:pt x="9800" y="15005"/>
                    <a:pt x="9800" y="15005"/>
                  </a:cubicBezTo>
                  <a:cubicBezTo>
                    <a:pt x="10598" y="13741"/>
                    <a:pt x="10598" y="13741"/>
                    <a:pt x="10598" y="13741"/>
                  </a:cubicBezTo>
                  <a:cubicBezTo>
                    <a:pt x="12677" y="10418"/>
                    <a:pt x="12677" y="10418"/>
                    <a:pt x="12677" y="10418"/>
                  </a:cubicBezTo>
                  <a:cubicBezTo>
                    <a:pt x="13874" y="10418"/>
                    <a:pt x="13874" y="10418"/>
                    <a:pt x="13874" y="10418"/>
                  </a:cubicBezTo>
                  <a:lnTo>
                    <a:pt x="14776" y="15005"/>
                  </a:lnTo>
                  <a:close/>
                  <a:moveTo>
                    <a:pt x="13095" y="13305"/>
                  </a:moveTo>
                  <a:cubicBezTo>
                    <a:pt x="12915" y="12298"/>
                    <a:pt x="12915" y="12298"/>
                    <a:pt x="12915" y="12298"/>
                  </a:cubicBezTo>
                  <a:cubicBezTo>
                    <a:pt x="12687" y="12659"/>
                    <a:pt x="12687" y="12659"/>
                    <a:pt x="12687" y="12659"/>
                  </a:cubicBezTo>
                  <a:cubicBezTo>
                    <a:pt x="12269" y="13285"/>
                    <a:pt x="12269" y="13285"/>
                    <a:pt x="12269" y="13285"/>
                  </a:cubicBezTo>
                  <a:cubicBezTo>
                    <a:pt x="12687" y="13295"/>
                    <a:pt x="12687" y="13295"/>
                    <a:pt x="12687" y="13295"/>
                  </a:cubicBezTo>
                  <a:lnTo>
                    <a:pt x="13095" y="13305"/>
                  </a:lnTo>
                  <a:close/>
                  <a:moveTo>
                    <a:pt x="4900" y="11320"/>
                  </a:moveTo>
                  <a:cubicBezTo>
                    <a:pt x="5242" y="11329"/>
                    <a:pt x="5574" y="11700"/>
                    <a:pt x="5555" y="12041"/>
                  </a:cubicBezTo>
                  <a:cubicBezTo>
                    <a:pt x="6922" y="12041"/>
                    <a:pt x="6922" y="12041"/>
                    <a:pt x="6922" y="12041"/>
                  </a:cubicBezTo>
                  <a:cubicBezTo>
                    <a:pt x="6922" y="11880"/>
                    <a:pt x="6904" y="11719"/>
                    <a:pt x="6866" y="11567"/>
                  </a:cubicBezTo>
                  <a:cubicBezTo>
                    <a:pt x="6647" y="10750"/>
                    <a:pt x="5830" y="10294"/>
                    <a:pt x="5014" y="10294"/>
                  </a:cubicBezTo>
                  <a:cubicBezTo>
                    <a:pt x="4625" y="10294"/>
                    <a:pt x="4273" y="10360"/>
                    <a:pt x="3950" y="10493"/>
                  </a:cubicBezTo>
                  <a:cubicBezTo>
                    <a:pt x="3627" y="10636"/>
                    <a:pt x="3342" y="10835"/>
                    <a:pt x="3086" y="11092"/>
                  </a:cubicBezTo>
                  <a:cubicBezTo>
                    <a:pt x="2858" y="11339"/>
                    <a:pt x="2678" y="11624"/>
                    <a:pt x="2536" y="11937"/>
                  </a:cubicBezTo>
                  <a:cubicBezTo>
                    <a:pt x="2393" y="12260"/>
                    <a:pt x="2317" y="12583"/>
                    <a:pt x="2288" y="12925"/>
                  </a:cubicBezTo>
                  <a:cubicBezTo>
                    <a:pt x="2231" y="13618"/>
                    <a:pt x="2355" y="14083"/>
                    <a:pt x="2725" y="14473"/>
                  </a:cubicBezTo>
                  <a:cubicBezTo>
                    <a:pt x="3086" y="14871"/>
                    <a:pt x="3665" y="15042"/>
                    <a:pt x="4359" y="15052"/>
                  </a:cubicBezTo>
                  <a:cubicBezTo>
                    <a:pt x="4967" y="15061"/>
                    <a:pt x="5536" y="14891"/>
                    <a:pt x="5963" y="14558"/>
                  </a:cubicBezTo>
                  <a:cubicBezTo>
                    <a:pt x="6391" y="14226"/>
                    <a:pt x="6590" y="13846"/>
                    <a:pt x="6742" y="13257"/>
                  </a:cubicBezTo>
                  <a:cubicBezTo>
                    <a:pt x="5337" y="13257"/>
                    <a:pt x="5337" y="13257"/>
                    <a:pt x="5337" y="13257"/>
                  </a:cubicBezTo>
                  <a:cubicBezTo>
                    <a:pt x="5166" y="13675"/>
                    <a:pt x="4843" y="13988"/>
                    <a:pt x="4387" y="13988"/>
                  </a:cubicBezTo>
                  <a:cubicBezTo>
                    <a:pt x="3808" y="13988"/>
                    <a:pt x="3570" y="13504"/>
                    <a:pt x="3608" y="13001"/>
                  </a:cubicBezTo>
                  <a:cubicBezTo>
                    <a:pt x="3656" y="12402"/>
                    <a:pt x="4045" y="11301"/>
                    <a:pt x="4900" y="11320"/>
                  </a:cubicBezTo>
                  <a:moveTo>
                    <a:pt x="11205" y="11576"/>
                  </a:moveTo>
                  <a:cubicBezTo>
                    <a:pt x="11386" y="10418"/>
                    <a:pt x="11386" y="10418"/>
                    <a:pt x="11386" y="10418"/>
                  </a:cubicBezTo>
                  <a:cubicBezTo>
                    <a:pt x="7901" y="10418"/>
                    <a:pt x="7901" y="10418"/>
                    <a:pt x="7901" y="10418"/>
                  </a:cubicBezTo>
                  <a:cubicBezTo>
                    <a:pt x="6866" y="14757"/>
                    <a:pt x="6866" y="14757"/>
                    <a:pt x="6866" y="14757"/>
                  </a:cubicBezTo>
                  <a:cubicBezTo>
                    <a:pt x="6809" y="15005"/>
                    <a:pt x="6809" y="15005"/>
                    <a:pt x="6809" y="15005"/>
                  </a:cubicBezTo>
                  <a:cubicBezTo>
                    <a:pt x="8177" y="15005"/>
                    <a:pt x="8177" y="15005"/>
                    <a:pt x="8177" y="15005"/>
                  </a:cubicBezTo>
                  <a:cubicBezTo>
                    <a:pt x="8556" y="13362"/>
                    <a:pt x="8556" y="13362"/>
                    <a:pt x="8556" y="13362"/>
                  </a:cubicBezTo>
                  <a:cubicBezTo>
                    <a:pt x="10380" y="13362"/>
                    <a:pt x="10380" y="13362"/>
                    <a:pt x="10380" y="13362"/>
                  </a:cubicBezTo>
                  <a:cubicBezTo>
                    <a:pt x="10598" y="12383"/>
                    <a:pt x="10598" y="12383"/>
                    <a:pt x="10598" y="12383"/>
                  </a:cubicBezTo>
                  <a:cubicBezTo>
                    <a:pt x="10645" y="12146"/>
                    <a:pt x="10645" y="12146"/>
                    <a:pt x="10645" y="12146"/>
                  </a:cubicBezTo>
                  <a:cubicBezTo>
                    <a:pt x="8812" y="12146"/>
                    <a:pt x="8812" y="12146"/>
                    <a:pt x="8812" y="12146"/>
                  </a:cubicBezTo>
                  <a:cubicBezTo>
                    <a:pt x="8983" y="11576"/>
                    <a:pt x="8983" y="11576"/>
                    <a:pt x="8983" y="11576"/>
                  </a:cubicBezTo>
                  <a:lnTo>
                    <a:pt x="11205" y="11576"/>
                  </a:lnTo>
                  <a:close/>
                  <a:moveTo>
                    <a:pt x="0" y="0"/>
                  </a:moveTo>
                  <a:cubicBezTo>
                    <a:pt x="17008" y="0"/>
                    <a:pt x="17008" y="0"/>
                    <a:pt x="17008" y="0"/>
                  </a:cubicBezTo>
                  <a:cubicBezTo>
                    <a:pt x="17008" y="17018"/>
                    <a:pt x="17008" y="17018"/>
                    <a:pt x="17008" y="17018"/>
                  </a:cubicBezTo>
                  <a:cubicBezTo>
                    <a:pt x="0" y="17018"/>
                    <a:pt x="0" y="17018"/>
                    <a:pt x="0" y="17018"/>
                  </a:cubicBezTo>
                  <a:lnTo>
                    <a:pt x="0" y="0"/>
                  </a:lnTo>
                  <a:close/>
                  <a:moveTo>
                    <a:pt x="16372" y="636"/>
                  </a:moveTo>
                  <a:cubicBezTo>
                    <a:pt x="636" y="636"/>
                    <a:pt x="636" y="636"/>
                    <a:pt x="636" y="636"/>
                  </a:cubicBezTo>
                  <a:cubicBezTo>
                    <a:pt x="636" y="16382"/>
                    <a:pt x="636" y="16382"/>
                    <a:pt x="636" y="16382"/>
                  </a:cubicBezTo>
                  <a:cubicBezTo>
                    <a:pt x="16372" y="16382"/>
                    <a:pt x="16372" y="16382"/>
                    <a:pt x="16372" y="16382"/>
                  </a:cubicBezTo>
                  <a:lnTo>
                    <a:pt x="16372" y="636"/>
                  </a:lnTo>
                  <a:close/>
                </a:path>
              </a:pathLst>
            </a:custGeom>
            <a:solidFill>
              <a:srgbClr val="CA15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0" name="Freeform 20"/>
            <p:cNvSpPr>
              <a:spLocks noChangeAspect="1" noEditPoints="1"/>
            </p:cNvSpPr>
            <p:nvPr userDrawn="1"/>
          </p:nvSpPr>
          <p:spPr bwMode="black">
            <a:xfrm>
              <a:off x="4044" y="3910"/>
              <a:ext cx="490" cy="184"/>
            </a:xfrm>
            <a:custGeom>
              <a:avLst/>
              <a:gdLst>
                <a:gd name="T0" fmla="*/ 0 w 17224"/>
                <a:gd name="T1" fmla="*/ 0 h 6471"/>
                <a:gd name="T2" fmla="*/ 0 w 17224"/>
                <a:gd name="T3" fmla="*/ 0 h 6471"/>
                <a:gd name="T4" fmla="*/ 0 w 17224"/>
                <a:gd name="T5" fmla="*/ 0 h 6471"/>
                <a:gd name="T6" fmla="*/ 0 w 17224"/>
                <a:gd name="T7" fmla="*/ 0 h 6471"/>
                <a:gd name="T8" fmla="*/ 0 w 17224"/>
                <a:gd name="T9" fmla="*/ 0 h 6471"/>
                <a:gd name="T10" fmla="*/ 0 w 17224"/>
                <a:gd name="T11" fmla="*/ 0 h 6471"/>
                <a:gd name="T12" fmla="*/ 0 w 17224"/>
                <a:gd name="T13" fmla="*/ 0 h 6471"/>
                <a:gd name="T14" fmla="*/ 0 w 17224"/>
                <a:gd name="T15" fmla="*/ 0 h 6471"/>
                <a:gd name="T16" fmla="*/ 0 w 17224"/>
                <a:gd name="T17" fmla="*/ 0 h 6471"/>
                <a:gd name="T18" fmla="*/ 0 w 17224"/>
                <a:gd name="T19" fmla="*/ 0 h 6471"/>
                <a:gd name="T20" fmla="*/ 0 w 17224"/>
                <a:gd name="T21" fmla="*/ 0 h 6471"/>
                <a:gd name="T22" fmla="*/ 0 w 17224"/>
                <a:gd name="T23" fmla="*/ 0 h 6471"/>
                <a:gd name="T24" fmla="*/ 0 w 17224"/>
                <a:gd name="T25" fmla="*/ 0 h 6471"/>
                <a:gd name="T26" fmla="*/ 0 w 17224"/>
                <a:gd name="T27" fmla="*/ 0 h 6471"/>
                <a:gd name="T28" fmla="*/ 0 w 17224"/>
                <a:gd name="T29" fmla="*/ 0 h 6471"/>
                <a:gd name="T30" fmla="*/ 0 w 17224"/>
                <a:gd name="T31" fmla="*/ 0 h 6471"/>
                <a:gd name="T32" fmla="*/ 0 w 17224"/>
                <a:gd name="T33" fmla="*/ 0 h 6471"/>
                <a:gd name="T34" fmla="*/ 0 w 17224"/>
                <a:gd name="T35" fmla="*/ 0 h 6471"/>
                <a:gd name="T36" fmla="*/ 0 w 17224"/>
                <a:gd name="T37" fmla="*/ 0 h 6471"/>
                <a:gd name="T38" fmla="*/ 0 w 17224"/>
                <a:gd name="T39" fmla="*/ 0 h 6471"/>
                <a:gd name="T40" fmla="*/ 0 w 17224"/>
                <a:gd name="T41" fmla="*/ 0 h 6471"/>
                <a:gd name="T42" fmla="*/ 0 w 17224"/>
                <a:gd name="T43" fmla="*/ 0 h 6471"/>
                <a:gd name="T44" fmla="*/ 0 w 17224"/>
                <a:gd name="T45" fmla="*/ 0 h 6471"/>
                <a:gd name="T46" fmla="*/ 0 w 17224"/>
                <a:gd name="T47" fmla="*/ 0 h 6471"/>
                <a:gd name="T48" fmla="*/ 0 w 17224"/>
                <a:gd name="T49" fmla="*/ 0 h 6471"/>
                <a:gd name="T50" fmla="*/ 0 w 17224"/>
                <a:gd name="T51" fmla="*/ 0 h 6471"/>
                <a:gd name="T52" fmla="*/ 0 w 17224"/>
                <a:gd name="T53" fmla="*/ 0 h 6471"/>
                <a:gd name="T54" fmla="*/ 0 w 17224"/>
                <a:gd name="T55" fmla="*/ 0 h 6471"/>
                <a:gd name="T56" fmla="*/ 0 w 17224"/>
                <a:gd name="T57" fmla="*/ 0 h 6471"/>
                <a:gd name="T58" fmla="*/ 0 w 17224"/>
                <a:gd name="T59" fmla="*/ 0 h 6471"/>
                <a:gd name="T60" fmla="*/ 0 w 17224"/>
                <a:gd name="T61" fmla="*/ 0 h 6471"/>
                <a:gd name="T62" fmla="*/ 0 w 17224"/>
                <a:gd name="T63" fmla="*/ 0 h 6471"/>
                <a:gd name="T64" fmla="*/ 0 w 17224"/>
                <a:gd name="T65" fmla="*/ 0 h 6471"/>
                <a:gd name="T66" fmla="*/ 0 w 17224"/>
                <a:gd name="T67" fmla="*/ 0 h 6471"/>
                <a:gd name="T68" fmla="*/ 0 w 17224"/>
                <a:gd name="T69" fmla="*/ 0 h 64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7224" h="6471">
                  <a:moveTo>
                    <a:pt x="9082" y="2893"/>
                  </a:moveTo>
                  <a:cubicBezTo>
                    <a:pt x="10316" y="2893"/>
                    <a:pt x="10316" y="2893"/>
                    <a:pt x="10316" y="2893"/>
                  </a:cubicBezTo>
                  <a:cubicBezTo>
                    <a:pt x="10162" y="3640"/>
                    <a:pt x="10162" y="3640"/>
                    <a:pt x="10162" y="3640"/>
                  </a:cubicBezTo>
                  <a:cubicBezTo>
                    <a:pt x="8929" y="3640"/>
                    <a:pt x="8929" y="3640"/>
                    <a:pt x="8929" y="3640"/>
                  </a:cubicBezTo>
                  <a:cubicBezTo>
                    <a:pt x="8677" y="4837"/>
                    <a:pt x="8677" y="4837"/>
                    <a:pt x="8677" y="4837"/>
                  </a:cubicBezTo>
                  <a:cubicBezTo>
                    <a:pt x="7711" y="4837"/>
                    <a:pt x="7711" y="4837"/>
                    <a:pt x="7711" y="4837"/>
                  </a:cubicBezTo>
                  <a:cubicBezTo>
                    <a:pt x="8365" y="1696"/>
                    <a:pt x="8365" y="1696"/>
                    <a:pt x="8365" y="1696"/>
                  </a:cubicBezTo>
                  <a:cubicBezTo>
                    <a:pt x="10786" y="1696"/>
                    <a:pt x="10786" y="1696"/>
                    <a:pt x="10786" y="1696"/>
                  </a:cubicBezTo>
                  <a:cubicBezTo>
                    <a:pt x="10619" y="2501"/>
                    <a:pt x="10619" y="2501"/>
                    <a:pt x="10619" y="2501"/>
                  </a:cubicBezTo>
                  <a:cubicBezTo>
                    <a:pt x="9166" y="2501"/>
                    <a:pt x="9166" y="2501"/>
                    <a:pt x="9166" y="2501"/>
                  </a:cubicBezTo>
                  <a:lnTo>
                    <a:pt x="9082" y="2893"/>
                  </a:lnTo>
                  <a:close/>
                  <a:moveTo>
                    <a:pt x="2119" y="3946"/>
                  </a:moveTo>
                  <a:cubicBezTo>
                    <a:pt x="2012" y="3312"/>
                    <a:pt x="2560" y="2660"/>
                    <a:pt x="3553" y="2092"/>
                  </a:cubicBezTo>
                  <a:cubicBezTo>
                    <a:pt x="4132" y="1795"/>
                    <a:pt x="4132" y="1795"/>
                    <a:pt x="4132" y="1795"/>
                  </a:cubicBezTo>
                  <a:cubicBezTo>
                    <a:pt x="3498" y="4837"/>
                    <a:pt x="3498" y="4837"/>
                    <a:pt x="3498" y="4837"/>
                  </a:cubicBezTo>
                  <a:cubicBezTo>
                    <a:pt x="4394" y="4837"/>
                    <a:pt x="4394" y="4837"/>
                    <a:pt x="4394" y="4837"/>
                  </a:cubicBezTo>
                  <a:cubicBezTo>
                    <a:pt x="4824" y="2673"/>
                    <a:pt x="4824" y="2673"/>
                    <a:pt x="4824" y="2673"/>
                  </a:cubicBezTo>
                  <a:cubicBezTo>
                    <a:pt x="4833" y="2673"/>
                    <a:pt x="4833" y="2673"/>
                    <a:pt x="4833" y="2673"/>
                  </a:cubicBezTo>
                  <a:cubicBezTo>
                    <a:pt x="4947" y="4837"/>
                    <a:pt x="4947" y="4837"/>
                    <a:pt x="4947" y="4837"/>
                  </a:cubicBezTo>
                  <a:cubicBezTo>
                    <a:pt x="5663" y="4837"/>
                    <a:pt x="5663" y="4837"/>
                    <a:pt x="5663" y="4837"/>
                  </a:cubicBezTo>
                  <a:cubicBezTo>
                    <a:pt x="6690" y="2673"/>
                    <a:pt x="6690" y="2673"/>
                    <a:pt x="6690" y="2673"/>
                  </a:cubicBezTo>
                  <a:cubicBezTo>
                    <a:pt x="6699" y="2673"/>
                    <a:pt x="6699" y="2673"/>
                    <a:pt x="6699" y="2673"/>
                  </a:cubicBezTo>
                  <a:cubicBezTo>
                    <a:pt x="6216" y="4837"/>
                    <a:pt x="6216" y="4837"/>
                    <a:pt x="6216" y="4837"/>
                  </a:cubicBezTo>
                  <a:cubicBezTo>
                    <a:pt x="7111" y="4837"/>
                    <a:pt x="7111" y="4837"/>
                    <a:pt x="7111" y="4837"/>
                  </a:cubicBezTo>
                  <a:cubicBezTo>
                    <a:pt x="7779" y="1696"/>
                    <a:pt x="7779" y="1696"/>
                    <a:pt x="7779" y="1696"/>
                  </a:cubicBezTo>
                  <a:cubicBezTo>
                    <a:pt x="6405" y="1696"/>
                    <a:pt x="6405" y="1696"/>
                    <a:pt x="6405" y="1696"/>
                  </a:cubicBezTo>
                  <a:cubicBezTo>
                    <a:pt x="5549" y="3385"/>
                    <a:pt x="5549" y="3385"/>
                    <a:pt x="5549" y="3385"/>
                  </a:cubicBezTo>
                  <a:cubicBezTo>
                    <a:pt x="5540" y="3385"/>
                    <a:pt x="5540" y="3385"/>
                    <a:pt x="5540" y="3385"/>
                  </a:cubicBezTo>
                  <a:cubicBezTo>
                    <a:pt x="5500" y="1696"/>
                    <a:pt x="5500" y="1696"/>
                    <a:pt x="5500" y="1696"/>
                  </a:cubicBezTo>
                  <a:cubicBezTo>
                    <a:pt x="4152" y="1696"/>
                    <a:pt x="4152" y="1696"/>
                    <a:pt x="4152" y="1696"/>
                  </a:cubicBezTo>
                  <a:cubicBezTo>
                    <a:pt x="4151" y="1696"/>
                    <a:pt x="4151" y="1696"/>
                    <a:pt x="4151" y="1696"/>
                  </a:cubicBezTo>
                  <a:cubicBezTo>
                    <a:pt x="4048" y="1725"/>
                    <a:pt x="3926" y="1760"/>
                    <a:pt x="3843" y="1789"/>
                  </a:cubicBezTo>
                  <a:cubicBezTo>
                    <a:pt x="3719" y="1833"/>
                    <a:pt x="3598" y="1877"/>
                    <a:pt x="3479" y="1921"/>
                  </a:cubicBezTo>
                  <a:cubicBezTo>
                    <a:pt x="1329" y="2723"/>
                    <a:pt x="0" y="3683"/>
                    <a:pt x="115" y="4520"/>
                  </a:cubicBezTo>
                  <a:cubicBezTo>
                    <a:pt x="309" y="5939"/>
                    <a:pt x="4571" y="6471"/>
                    <a:pt x="9634" y="5708"/>
                  </a:cubicBezTo>
                  <a:cubicBezTo>
                    <a:pt x="9644" y="5707"/>
                    <a:pt x="9653" y="5705"/>
                    <a:pt x="9662" y="5704"/>
                  </a:cubicBezTo>
                  <a:cubicBezTo>
                    <a:pt x="5728" y="6136"/>
                    <a:pt x="2357" y="5353"/>
                    <a:pt x="2119" y="3946"/>
                  </a:cubicBezTo>
                  <a:close/>
                  <a:moveTo>
                    <a:pt x="13744" y="4550"/>
                  </a:moveTo>
                  <a:cubicBezTo>
                    <a:pt x="13625" y="4594"/>
                    <a:pt x="13504" y="4638"/>
                    <a:pt x="13381" y="4681"/>
                  </a:cubicBezTo>
                  <a:cubicBezTo>
                    <a:pt x="13297" y="4711"/>
                    <a:pt x="13210" y="4740"/>
                    <a:pt x="13124" y="4769"/>
                  </a:cubicBezTo>
                  <a:cubicBezTo>
                    <a:pt x="12960" y="4825"/>
                    <a:pt x="12754" y="4836"/>
                    <a:pt x="12627" y="4836"/>
                  </a:cubicBezTo>
                  <a:cubicBezTo>
                    <a:pt x="12627" y="4836"/>
                    <a:pt x="12627" y="4836"/>
                    <a:pt x="12627" y="4836"/>
                  </a:cubicBezTo>
                  <a:cubicBezTo>
                    <a:pt x="12385" y="4837"/>
                    <a:pt x="12385" y="4837"/>
                    <a:pt x="12385" y="4837"/>
                  </a:cubicBezTo>
                  <a:cubicBezTo>
                    <a:pt x="12385" y="4837"/>
                    <a:pt x="12385" y="4837"/>
                    <a:pt x="12385" y="4837"/>
                  </a:cubicBezTo>
                  <a:cubicBezTo>
                    <a:pt x="10610" y="4837"/>
                    <a:pt x="10610" y="4837"/>
                    <a:pt x="10610" y="4837"/>
                  </a:cubicBezTo>
                  <a:cubicBezTo>
                    <a:pt x="11260" y="1696"/>
                    <a:pt x="11260" y="1696"/>
                    <a:pt x="11260" y="1696"/>
                  </a:cubicBezTo>
                  <a:cubicBezTo>
                    <a:pt x="12871" y="1696"/>
                    <a:pt x="12871" y="1696"/>
                    <a:pt x="12871" y="1696"/>
                  </a:cubicBezTo>
                  <a:cubicBezTo>
                    <a:pt x="13552" y="1696"/>
                    <a:pt x="13806" y="1934"/>
                    <a:pt x="13806" y="2387"/>
                  </a:cubicBezTo>
                  <a:cubicBezTo>
                    <a:pt x="13806" y="2783"/>
                    <a:pt x="13609" y="3042"/>
                    <a:pt x="13231" y="3143"/>
                  </a:cubicBezTo>
                  <a:cubicBezTo>
                    <a:pt x="13227" y="3143"/>
                    <a:pt x="13227" y="3143"/>
                    <a:pt x="13227" y="3143"/>
                  </a:cubicBezTo>
                  <a:cubicBezTo>
                    <a:pt x="13227" y="3152"/>
                    <a:pt x="13227" y="3152"/>
                    <a:pt x="13227" y="3152"/>
                  </a:cubicBezTo>
                  <a:cubicBezTo>
                    <a:pt x="13516" y="3214"/>
                    <a:pt x="13701" y="3491"/>
                    <a:pt x="13701" y="3781"/>
                  </a:cubicBezTo>
                  <a:cubicBezTo>
                    <a:pt x="13701" y="4104"/>
                    <a:pt x="13590" y="4343"/>
                    <a:pt x="13410" y="4512"/>
                  </a:cubicBezTo>
                  <a:cubicBezTo>
                    <a:pt x="13670" y="4379"/>
                    <a:pt x="13670" y="4379"/>
                    <a:pt x="13670" y="4379"/>
                  </a:cubicBezTo>
                  <a:cubicBezTo>
                    <a:pt x="14663" y="3811"/>
                    <a:pt x="15211" y="3159"/>
                    <a:pt x="15104" y="2525"/>
                  </a:cubicBezTo>
                  <a:cubicBezTo>
                    <a:pt x="14866" y="1118"/>
                    <a:pt x="11496" y="335"/>
                    <a:pt x="7562" y="767"/>
                  </a:cubicBezTo>
                  <a:cubicBezTo>
                    <a:pt x="7571" y="766"/>
                    <a:pt x="7580" y="764"/>
                    <a:pt x="7589" y="763"/>
                  </a:cubicBezTo>
                  <a:cubicBezTo>
                    <a:pt x="12653" y="0"/>
                    <a:pt x="16914" y="532"/>
                    <a:pt x="17109" y="1951"/>
                  </a:cubicBezTo>
                  <a:cubicBezTo>
                    <a:pt x="17224" y="2788"/>
                    <a:pt x="15894" y="3748"/>
                    <a:pt x="13744" y="4550"/>
                  </a:cubicBezTo>
                  <a:close/>
                  <a:moveTo>
                    <a:pt x="11949" y="2919"/>
                  </a:moveTo>
                  <a:cubicBezTo>
                    <a:pt x="12494" y="2919"/>
                    <a:pt x="12494" y="2919"/>
                    <a:pt x="12494" y="2919"/>
                  </a:cubicBezTo>
                  <a:cubicBezTo>
                    <a:pt x="12647" y="2919"/>
                    <a:pt x="12840" y="2862"/>
                    <a:pt x="12840" y="2668"/>
                  </a:cubicBezTo>
                  <a:cubicBezTo>
                    <a:pt x="12840" y="2479"/>
                    <a:pt x="12713" y="2444"/>
                    <a:pt x="12542" y="2444"/>
                  </a:cubicBezTo>
                  <a:cubicBezTo>
                    <a:pt x="12046" y="2444"/>
                    <a:pt x="12046" y="2444"/>
                    <a:pt x="12046" y="2444"/>
                  </a:cubicBezTo>
                  <a:lnTo>
                    <a:pt x="11949" y="2919"/>
                  </a:lnTo>
                  <a:close/>
                  <a:moveTo>
                    <a:pt x="12327" y="4089"/>
                  </a:moveTo>
                  <a:cubicBezTo>
                    <a:pt x="12498" y="4089"/>
                    <a:pt x="12735" y="4027"/>
                    <a:pt x="12735" y="3772"/>
                  </a:cubicBezTo>
                  <a:cubicBezTo>
                    <a:pt x="12735" y="3539"/>
                    <a:pt x="12564" y="3504"/>
                    <a:pt x="12362" y="3504"/>
                  </a:cubicBezTo>
                  <a:cubicBezTo>
                    <a:pt x="11831" y="3504"/>
                    <a:pt x="11831" y="3504"/>
                    <a:pt x="11831" y="3504"/>
                  </a:cubicBezTo>
                  <a:cubicBezTo>
                    <a:pt x="11708" y="4089"/>
                    <a:pt x="11708" y="4089"/>
                    <a:pt x="11708" y="4089"/>
                  </a:cubicBezTo>
                  <a:lnTo>
                    <a:pt x="12327" y="4089"/>
                  </a:lnTo>
                  <a:close/>
                </a:path>
              </a:pathLst>
            </a:custGeom>
            <a:solidFill>
              <a:srgbClr val="D82A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nvGrpSpPr>
            <p:cNvPr id="21" name="Group 21"/>
            <p:cNvGrpSpPr>
              <a:grpSpLocks noChangeAspect="1"/>
            </p:cNvGrpSpPr>
            <p:nvPr userDrawn="1"/>
          </p:nvGrpSpPr>
          <p:grpSpPr bwMode="auto">
            <a:xfrm>
              <a:off x="4656" y="3880"/>
              <a:ext cx="796" cy="205"/>
              <a:chOff x="-17209" y="-3024"/>
              <a:chExt cx="40176" cy="10368"/>
            </a:xfrm>
          </p:grpSpPr>
          <p:sp>
            <p:nvSpPr>
              <p:cNvPr id="23" name="Freeform 26"/>
              <p:cNvSpPr>
                <a:spLocks noChangeAspect="1"/>
              </p:cNvSpPr>
              <p:nvPr/>
            </p:nvSpPr>
            <p:spPr bwMode="black">
              <a:xfrm>
                <a:off x="-4418" y="-1576"/>
                <a:ext cx="803" cy="853"/>
              </a:xfrm>
              <a:custGeom>
                <a:avLst/>
                <a:gdLst>
                  <a:gd name="T0" fmla="*/ 239 w 803"/>
                  <a:gd name="T1" fmla="*/ 586 h 853"/>
                  <a:gd name="T2" fmla="*/ 201 w 803"/>
                  <a:gd name="T3" fmla="*/ 853 h 853"/>
                  <a:gd name="T4" fmla="*/ 402 w 803"/>
                  <a:gd name="T5" fmla="*/ 673 h 853"/>
                  <a:gd name="T6" fmla="*/ 602 w 803"/>
                  <a:gd name="T7" fmla="*/ 853 h 853"/>
                  <a:gd name="T8" fmla="*/ 562 w 803"/>
                  <a:gd name="T9" fmla="*/ 586 h 853"/>
                  <a:gd name="T10" fmla="*/ 803 w 803"/>
                  <a:gd name="T11" fmla="*/ 586 h 853"/>
                  <a:gd name="T12" fmla="*/ 595 w 803"/>
                  <a:gd name="T13" fmla="*/ 413 h 853"/>
                  <a:gd name="T14" fmla="*/ 761 w 803"/>
                  <a:gd name="T15" fmla="*/ 196 h 853"/>
                  <a:gd name="T16" fmla="*/ 496 w 803"/>
                  <a:gd name="T17" fmla="*/ 255 h 853"/>
                  <a:gd name="T18" fmla="*/ 402 w 803"/>
                  <a:gd name="T19" fmla="*/ 0 h 853"/>
                  <a:gd name="T20" fmla="*/ 307 w 803"/>
                  <a:gd name="T21" fmla="*/ 255 h 853"/>
                  <a:gd name="T22" fmla="*/ 43 w 803"/>
                  <a:gd name="T23" fmla="*/ 196 h 853"/>
                  <a:gd name="T24" fmla="*/ 208 w 803"/>
                  <a:gd name="T25" fmla="*/ 413 h 853"/>
                  <a:gd name="T26" fmla="*/ 0 w 803"/>
                  <a:gd name="T27" fmla="*/ 586 h 853"/>
                  <a:gd name="T28" fmla="*/ 239 w 803"/>
                  <a:gd name="T29" fmla="*/ 586 h 8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3" h="853">
                    <a:moveTo>
                      <a:pt x="239" y="586"/>
                    </a:moveTo>
                    <a:lnTo>
                      <a:pt x="201" y="853"/>
                    </a:lnTo>
                    <a:lnTo>
                      <a:pt x="402" y="673"/>
                    </a:lnTo>
                    <a:lnTo>
                      <a:pt x="602" y="853"/>
                    </a:lnTo>
                    <a:lnTo>
                      <a:pt x="562" y="586"/>
                    </a:lnTo>
                    <a:lnTo>
                      <a:pt x="803" y="586"/>
                    </a:lnTo>
                    <a:lnTo>
                      <a:pt x="595" y="413"/>
                    </a:lnTo>
                    <a:lnTo>
                      <a:pt x="761" y="196"/>
                    </a:lnTo>
                    <a:lnTo>
                      <a:pt x="496" y="255"/>
                    </a:lnTo>
                    <a:lnTo>
                      <a:pt x="402" y="0"/>
                    </a:lnTo>
                    <a:lnTo>
                      <a:pt x="307" y="255"/>
                    </a:lnTo>
                    <a:lnTo>
                      <a:pt x="43" y="196"/>
                    </a:lnTo>
                    <a:lnTo>
                      <a:pt x="208" y="413"/>
                    </a:lnTo>
                    <a:lnTo>
                      <a:pt x="0" y="586"/>
                    </a:lnTo>
                    <a:lnTo>
                      <a:pt x="239" y="586"/>
                    </a:ln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4" name="Freeform 27"/>
              <p:cNvSpPr>
                <a:spLocks noChangeAspect="1"/>
              </p:cNvSpPr>
              <p:nvPr/>
            </p:nvSpPr>
            <p:spPr bwMode="black">
              <a:xfrm>
                <a:off x="-2330" y="-770"/>
                <a:ext cx="461" cy="437"/>
              </a:xfrm>
              <a:custGeom>
                <a:avLst/>
                <a:gdLst>
                  <a:gd name="T0" fmla="*/ 295 w 461"/>
                  <a:gd name="T1" fmla="*/ 139 h 437"/>
                  <a:gd name="T2" fmla="*/ 229 w 461"/>
                  <a:gd name="T3" fmla="*/ 0 h 437"/>
                  <a:gd name="T4" fmla="*/ 166 w 461"/>
                  <a:gd name="T5" fmla="*/ 139 h 437"/>
                  <a:gd name="T6" fmla="*/ 0 w 461"/>
                  <a:gd name="T7" fmla="*/ 167 h 437"/>
                  <a:gd name="T8" fmla="*/ 114 w 461"/>
                  <a:gd name="T9" fmla="*/ 271 h 437"/>
                  <a:gd name="T10" fmla="*/ 88 w 461"/>
                  <a:gd name="T11" fmla="*/ 437 h 437"/>
                  <a:gd name="T12" fmla="*/ 229 w 461"/>
                  <a:gd name="T13" fmla="*/ 361 h 437"/>
                  <a:gd name="T14" fmla="*/ 373 w 461"/>
                  <a:gd name="T15" fmla="*/ 437 h 437"/>
                  <a:gd name="T16" fmla="*/ 347 w 461"/>
                  <a:gd name="T17" fmla="*/ 271 h 437"/>
                  <a:gd name="T18" fmla="*/ 461 w 461"/>
                  <a:gd name="T19" fmla="*/ 167 h 437"/>
                  <a:gd name="T20" fmla="*/ 295 w 461"/>
                  <a:gd name="T21" fmla="*/ 139 h 4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61" h="437">
                    <a:moveTo>
                      <a:pt x="295" y="139"/>
                    </a:moveTo>
                    <a:lnTo>
                      <a:pt x="229" y="0"/>
                    </a:lnTo>
                    <a:lnTo>
                      <a:pt x="166" y="139"/>
                    </a:lnTo>
                    <a:lnTo>
                      <a:pt x="0" y="167"/>
                    </a:lnTo>
                    <a:lnTo>
                      <a:pt x="114" y="271"/>
                    </a:lnTo>
                    <a:lnTo>
                      <a:pt x="88" y="437"/>
                    </a:lnTo>
                    <a:lnTo>
                      <a:pt x="229" y="361"/>
                    </a:lnTo>
                    <a:lnTo>
                      <a:pt x="373" y="437"/>
                    </a:lnTo>
                    <a:lnTo>
                      <a:pt x="347" y="271"/>
                    </a:lnTo>
                    <a:lnTo>
                      <a:pt x="461" y="167"/>
                    </a:lnTo>
                    <a:lnTo>
                      <a:pt x="295" y="139"/>
                    </a:ln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5" name="Freeform 28"/>
              <p:cNvSpPr>
                <a:spLocks noChangeAspect="1"/>
              </p:cNvSpPr>
              <p:nvPr/>
            </p:nvSpPr>
            <p:spPr bwMode="black">
              <a:xfrm>
                <a:off x="-1583" y="-1647"/>
                <a:ext cx="680" cy="747"/>
              </a:xfrm>
              <a:custGeom>
                <a:avLst/>
                <a:gdLst>
                  <a:gd name="T0" fmla="*/ 437 w 680"/>
                  <a:gd name="T1" fmla="*/ 196 h 747"/>
                  <a:gd name="T2" fmla="*/ 340 w 680"/>
                  <a:gd name="T3" fmla="*/ 0 h 747"/>
                  <a:gd name="T4" fmla="*/ 243 w 680"/>
                  <a:gd name="T5" fmla="*/ 199 h 747"/>
                  <a:gd name="T6" fmla="*/ 0 w 680"/>
                  <a:gd name="T7" fmla="*/ 163 h 747"/>
                  <a:gd name="T8" fmla="*/ 130 w 680"/>
                  <a:gd name="T9" fmla="*/ 373 h 747"/>
                  <a:gd name="T10" fmla="*/ 4 w 680"/>
                  <a:gd name="T11" fmla="*/ 584 h 747"/>
                  <a:gd name="T12" fmla="*/ 243 w 680"/>
                  <a:gd name="T13" fmla="*/ 551 h 747"/>
                  <a:gd name="T14" fmla="*/ 340 w 680"/>
                  <a:gd name="T15" fmla="*/ 747 h 747"/>
                  <a:gd name="T16" fmla="*/ 437 w 680"/>
                  <a:gd name="T17" fmla="*/ 551 h 747"/>
                  <a:gd name="T18" fmla="*/ 680 w 680"/>
                  <a:gd name="T19" fmla="*/ 584 h 747"/>
                  <a:gd name="T20" fmla="*/ 548 w 680"/>
                  <a:gd name="T21" fmla="*/ 371 h 747"/>
                  <a:gd name="T22" fmla="*/ 675 w 680"/>
                  <a:gd name="T23" fmla="*/ 163 h 747"/>
                  <a:gd name="T24" fmla="*/ 437 w 680"/>
                  <a:gd name="T25" fmla="*/ 196 h 7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80" h="747">
                    <a:moveTo>
                      <a:pt x="437" y="196"/>
                    </a:moveTo>
                    <a:lnTo>
                      <a:pt x="340" y="0"/>
                    </a:lnTo>
                    <a:lnTo>
                      <a:pt x="243" y="199"/>
                    </a:lnTo>
                    <a:lnTo>
                      <a:pt x="0" y="163"/>
                    </a:lnTo>
                    <a:lnTo>
                      <a:pt x="130" y="373"/>
                    </a:lnTo>
                    <a:lnTo>
                      <a:pt x="4" y="584"/>
                    </a:lnTo>
                    <a:lnTo>
                      <a:pt x="243" y="551"/>
                    </a:lnTo>
                    <a:lnTo>
                      <a:pt x="340" y="747"/>
                    </a:lnTo>
                    <a:lnTo>
                      <a:pt x="437" y="551"/>
                    </a:lnTo>
                    <a:lnTo>
                      <a:pt x="680" y="584"/>
                    </a:lnTo>
                    <a:lnTo>
                      <a:pt x="548" y="371"/>
                    </a:lnTo>
                    <a:lnTo>
                      <a:pt x="675" y="163"/>
                    </a:lnTo>
                    <a:lnTo>
                      <a:pt x="437" y="196"/>
                    </a:ln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6" name="Freeform 29"/>
              <p:cNvSpPr>
                <a:spLocks noChangeAspect="1"/>
              </p:cNvSpPr>
              <p:nvPr/>
            </p:nvSpPr>
            <p:spPr bwMode="black">
              <a:xfrm>
                <a:off x="-3173" y="432"/>
                <a:ext cx="1065" cy="1068"/>
              </a:xfrm>
              <a:custGeom>
                <a:avLst/>
                <a:gdLst>
                  <a:gd name="T0" fmla="*/ 312 w 1065"/>
                  <a:gd name="T1" fmla="*/ 652 h 1068"/>
                  <a:gd name="T2" fmla="*/ 191 w 1065"/>
                  <a:gd name="T3" fmla="*/ 943 h 1068"/>
                  <a:gd name="T4" fmla="*/ 449 w 1065"/>
                  <a:gd name="T5" fmla="*/ 808 h 1068"/>
                  <a:gd name="T6" fmla="*/ 586 w 1065"/>
                  <a:gd name="T7" fmla="*/ 1068 h 1068"/>
                  <a:gd name="T8" fmla="*/ 649 w 1065"/>
                  <a:gd name="T9" fmla="*/ 756 h 1068"/>
                  <a:gd name="T10" fmla="*/ 945 w 1065"/>
                  <a:gd name="T11" fmla="*/ 876 h 1068"/>
                  <a:gd name="T12" fmla="*/ 808 w 1065"/>
                  <a:gd name="T13" fmla="*/ 617 h 1068"/>
                  <a:gd name="T14" fmla="*/ 1065 w 1065"/>
                  <a:gd name="T15" fmla="*/ 480 h 1068"/>
                  <a:gd name="T16" fmla="*/ 756 w 1065"/>
                  <a:gd name="T17" fmla="*/ 416 h 1068"/>
                  <a:gd name="T18" fmla="*/ 879 w 1065"/>
                  <a:gd name="T19" fmla="*/ 123 h 1068"/>
                  <a:gd name="T20" fmla="*/ 619 w 1065"/>
                  <a:gd name="T21" fmla="*/ 258 h 1068"/>
                  <a:gd name="T22" fmla="*/ 479 w 1065"/>
                  <a:gd name="T23" fmla="*/ 0 h 1068"/>
                  <a:gd name="T24" fmla="*/ 416 w 1065"/>
                  <a:gd name="T25" fmla="*/ 309 h 1068"/>
                  <a:gd name="T26" fmla="*/ 123 w 1065"/>
                  <a:gd name="T27" fmla="*/ 189 h 1068"/>
                  <a:gd name="T28" fmla="*/ 262 w 1065"/>
                  <a:gd name="T29" fmla="*/ 449 h 1068"/>
                  <a:gd name="T30" fmla="*/ 0 w 1065"/>
                  <a:gd name="T31" fmla="*/ 586 h 1068"/>
                  <a:gd name="T32" fmla="*/ 312 w 1065"/>
                  <a:gd name="T33" fmla="*/ 652 h 10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65" h="1068">
                    <a:moveTo>
                      <a:pt x="312" y="652"/>
                    </a:moveTo>
                    <a:lnTo>
                      <a:pt x="191" y="943"/>
                    </a:lnTo>
                    <a:lnTo>
                      <a:pt x="449" y="808"/>
                    </a:lnTo>
                    <a:lnTo>
                      <a:pt x="586" y="1068"/>
                    </a:lnTo>
                    <a:lnTo>
                      <a:pt x="649" y="756"/>
                    </a:lnTo>
                    <a:lnTo>
                      <a:pt x="945" y="876"/>
                    </a:lnTo>
                    <a:lnTo>
                      <a:pt x="808" y="617"/>
                    </a:lnTo>
                    <a:lnTo>
                      <a:pt x="1065" y="480"/>
                    </a:lnTo>
                    <a:lnTo>
                      <a:pt x="756" y="416"/>
                    </a:lnTo>
                    <a:lnTo>
                      <a:pt x="879" y="123"/>
                    </a:lnTo>
                    <a:lnTo>
                      <a:pt x="619" y="258"/>
                    </a:lnTo>
                    <a:lnTo>
                      <a:pt x="479" y="0"/>
                    </a:lnTo>
                    <a:lnTo>
                      <a:pt x="416" y="309"/>
                    </a:lnTo>
                    <a:lnTo>
                      <a:pt x="123" y="189"/>
                    </a:lnTo>
                    <a:lnTo>
                      <a:pt x="262" y="449"/>
                    </a:lnTo>
                    <a:lnTo>
                      <a:pt x="0" y="586"/>
                    </a:lnTo>
                    <a:lnTo>
                      <a:pt x="312" y="652"/>
                    </a:ln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7" name="Freeform 30"/>
              <p:cNvSpPr>
                <a:spLocks noChangeAspect="1"/>
              </p:cNvSpPr>
              <p:nvPr/>
            </p:nvSpPr>
            <p:spPr bwMode="black">
              <a:xfrm>
                <a:off x="-3124" y="-2835"/>
                <a:ext cx="945" cy="1002"/>
              </a:xfrm>
              <a:custGeom>
                <a:avLst/>
                <a:gdLst>
                  <a:gd name="T0" fmla="*/ 267 w 945"/>
                  <a:gd name="T1" fmla="*/ 687 h 1002"/>
                  <a:gd name="T2" fmla="*/ 239 w 945"/>
                  <a:gd name="T3" fmla="*/ 1002 h 1002"/>
                  <a:gd name="T4" fmla="*/ 473 w 945"/>
                  <a:gd name="T5" fmla="*/ 791 h 1002"/>
                  <a:gd name="T6" fmla="*/ 709 w 945"/>
                  <a:gd name="T7" fmla="*/ 1002 h 1002"/>
                  <a:gd name="T8" fmla="*/ 681 w 945"/>
                  <a:gd name="T9" fmla="*/ 687 h 1002"/>
                  <a:gd name="T10" fmla="*/ 945 w 945"/>
                  <a:gd name="T11" fmla="*/ 687 h 1002"/>
                  <a:gd name="T12" fmla="*/ 716 w 945"/>
                  <a:gd name="T13" fmla="*/ 484 h 1002"/>
                  <a:gd name="T14" fmla="*/ 896 w 945"/>
                  <a:gd name="T15" fmla="*/ 229 h 1002"/>
                  <a:gd name="T16" fmla="*/ 600 w 945"/>
                  <a:gd name="T17" fmla="*/ 298 h 1002"/>
                  <a:gd name="T18" fmla="*/ 473 w 945"/>
                  <a:gd name="T19" fmla="*/ 0 h 1002"/>
                  <a:gd name="T20" fmla="*/ 348 w 945"/>
                  <a:gd name="T21" fmla="*/ 298 h 1002"/>
                  <a:gd name="T22" fmla="*/ 52 w 945"/>
                  <a:gd name="T23" fmla="*/ 229 h 1002"/>
                  <a:gd name="T24" fmla="*/ 230 w 945"/>
                  <a:gd name="T25" fmla="*/ 484 h 1002"/>
                  <a:gd name="T26" fmla="*/ 0 w 945"/>
                  <a:gd name="T27" fmla="*/ 687 h 1002"/>
                  <a:gd name="T28" fmla="*/ 267 w 945"/>
                  <a:gd name="T29" fmla="*/ 687 h 100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45" h="1002">
                    <a:moveTo>
                      <a:pt x="267" y="687"/>
                    </a:moveTo>
                    <a:lnTo>
                      <a:pt x="239" y="1002"/>
                    </a:lnTo>
                    <a:lnTo>
                      <a:pt x="473" y="791"/>
                    </a:lnTo>
                    <a:lnTo>
                      <a:pt x="709" y="1002"/>
                    </a:lnTo>
                    <a:lnTo>
                      <a:pt x="681" y="687"/>
                    </a:lnTo>
                    <a:lnTo>
                      <a:pt x="945" y="687"/>
                    </a:lnTo>
                    <a:lnTo>
                      <a:pt x="716" y="484"/>
                    </a:lnTo>
                    <a:lnTo>
                      <a:pt x="896" y="229"/>
                    </a:lnTo>
                    <a:lnTo>
                      <a:pt x="600" y="298"/>
                    </a:lnTo>
                    <a:lnTo>
                      <a:pt x="473" y="0"/>
                    </a:lnTo>
                    <a:lnTo>
                      <a:pt x="348" y="298"/>
                    </a:lnTo>
                    <a:lnTo>
                      <a:pt x="52" y="229"/>
                    </a:lnTo>
                    <a:lnTo>
                      <a:pt x="230" y="484"/>
                    </a:lnTo>
                    <a:lnTo>
                      <a:pt x="0" y="687"/>
                    </a:lnTo>
                    <a:lnTo>
                      <a:pt x="267" y="687"/>
                    </a:ln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8" name="Freeform 31"/>
              <p:cNvSpPr>
                <a:spLocks noChangeAspect="1"/>
              </p:cNvSpPr>
              <p:nvPr/>
            </p:nvSpPr>
            <p:spPr bwMode="black">
              <a:xfrm>
                <a:off x="-7130" y="4601"/>
                <a:ext cx="1474" cy="1838"/>
              </a:xfrm>
              <a:custGeom>
                <a:avLst/>
                <a:gdLst>
                  <a:gd name="T0" fmla="*/ 54051 w 624"/>
                  <a:gd name="T1" fmla="*/ 0 h 778"/>
                  <a:gd name="T2" fmla="*/ 0 w 624"/>
                  <a:gd name="T3" fmla="*/ 67784 h 778"/>
                  <a:gd name="T4" fmla="*/ 54051 w 624"/>
                  <a:gd name="T5" fmla="*/ 135256 h 778"/>
                  <a:gd name="T6" fmla="*/ 108412 w 624"/>
                  <a:gd name="T7" fmla="*/ 66969 h 778"/>
                  <a:gd name="T8" fmla="*/ 54051 w 624"/>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778">
                    <a:moveTo>
                      <a:pt x="311" y="0"/>
                    </a:moveTo>
                    <a:cubicBezTo>
                      <a:pt x="121" y="0"/>
                      <a:pt x="0" y="153"/>
                      <a:pt x="0" y="390"/>
                    </a:cubicBezTo>
                    <a:cubicBezTo>
                      <a:pt x="0" y="622"/>
                      <a:pt x="125" y="778"/>
                      <a:pt x="311" y="778"/>
                    </a:cubicBezTo>
                    <a:cubicBezTo>
                      <a:pt x="501" y="778"/>
                      <a:pt x="624" y="625"/>
                      <a:pt x="624" y="385"/>
                    </a:cubicBezTo>
                    <a:cubicBezTo>
                      <a:pt x="624" y="150"/>
                      <a:pt x="501" y="0"/>
                      <a:pt x="311" y="0"/>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29" name="Freeform 32"/>
              <p:cNvSpPr>
                <a:spLocks noChangeAspect="1"/>
              </p:cNvSpPr>
              <p:nvPr/>
            </p:nvSpPr>
            <p:spPr bwMode="black">
              <a:xfrm>
                <a:off x="-11448" y="2005"/>
                <a:ext cx="465" cy="520"/>
              </a:xfrm>
              <a:custGeom>
                <a:avLst/>
                <a:gdLst>
                  <a:gd name="T0" fmla="*/ 16910 w 197"/>
                  <a:gd name="T1" fmla="*/ 38359 h 220"/>
                  <a:gd name="T2" fmla="*/ 34087 w 197"/>
                  <a:gd name="T3" fmla="*/ 19039 h 220"/>
                  <a:gd name="T4" fmla="*/ 16910 w 197"/>
                  <a:gd name="T5" fmla="*/ 0 h 220"/>
                  <a:gd name="T6" fmla="*/ 0 w 197"/>
                  <a:gd name="T7" fmla="*/ 19318 h 220"/>
                  <a:gd name="T8" fmla="*/ 16910 w 197"/>
                  <a:gd name="T9" fmla="*/ 38359 h 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7" h="220">
                    <a:moveTo>
                      <a:pt x="98" y="220"/>
                    </a:moveTo>
                    <a:cubicBezTo>
                      <a:pt x="158" y="220"/>
                      <a:pt x="197" y="176"/>
                      <a:pt x="197" y="109"/>
                    </a:cubicBezTo>
                    <a:cubicBezTo>
                      <a:pt x="197" y="42"/>
                      <a:pt x="158" y="0"/>
                      <a:pt x="98" y="0"/>
                    </a:cubicBezTo>
                    <a:cubicBezTo>
                      <a:pt x="38" y="0"/>
                      <a:pt x="0" y="43"/>
                      <a:pt x="0" y="111"/>
                    </a:cubicBezTo>
                    <a:cubicBezTo>
                      <a:pt x="0" y="176"/>
                      <a:pt x="39" y="220"/>
                      <a:pt x="98" y="220"/>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0" name="Freeform 33"/>
              <p:cNvSpPr>
                <a:spLocks noChangeAspect="1"/>
              </p:cNvSpPr>
              <p:nvPr/>
            </p:nvSpPr>
            <p:spPr bwMode="black">
              <a:xfrm>
                <a:off x="-15178" y="2265"/>
                <a:ext cx="352" cy="265"/>
              </a:xfrm>
              <a:custGeom>
                <a:avLst/>
                <a:gdLst>
                  <a:gd name="T0" fmla="*/ 0 w 149"/>
                  <a:gd name="T1" fmla="*/ 10160 h 112"/>
                  <a:gd name="T2" fmla="*/ 11340 w 149"/>
                  <a:gd name="T3" fmla="*/ 19655 h 112"/>
                  <a:gd name="T4" fmla="*/ 25923 w 149"/>
                  <a:gd name="T5" fmla="*/ 3857 h 112"/>
                  <a:gd name="T6" fmla="*/ 25923 w 149"/>
                  <a:gd name="T7" fmla="*/ 532 h 112"/>
                  <a:gd name="T8" fmla="*/ 17720 w 149"/>
                  <a:gd name="T9" fmla="*/ 0 h 112"/>
                  <a:gd name="T10" fmla="*/ 0 w 149"/>
                  <a:gd name="T11" fmla="*/ 10160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9" h="112">
                    <a:moveTo>
                      <a:pt x="0" y="58"/>
                    </a:moveTo>
                    <a:cubicBezTo>
                      <a:pt x="0" y="91"/>
                      <a:pt x="26" y="112"/>
                      <a:pt x="65" y="112"/>
                    </a:cubicBezTo>
                    <a:cubicBezTo>
                      <a:pt x="120" y="112"/>
                      <a:pt x="149" y="80"/>
                      <a:pt x="149" y="22"/>
                    </a:cubicBezTo>
                    <a:cubicBezTo>
                      <a:pt x="149" y="16"/>
                      <a:pt x="149" y="9"/>
                      <a:pt x="149" y="3"/>
                    </a:cubicBezTo>
                    <a:cubicBezTo>
                      <a:pt x="126" y="1"/>
                      <a:pt x="116" y="0"/>
                      <a:pt x="102" y="0"/>
                    </a:cubicBezTo>
                    <a:cubicBezTo>
                      <a:pt x="36" y="0"/>
                      <a:pt x="0" y="21"/>
                      <a:pt x="0" y="58"/>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1" name="Freeform 34"/>
              <p:cNvSpPr>
                <a:spLocks noChangeAspect="1"/>
              </p:cNvSpPr>
              <p:nvPr/>
            </p:nvSpPr>
            <p:spPr bwMode="black">
              <a:xfrm>
                <a:off x="-13758" y="2008"/>
                <a:ext cx="366" cy="130"/>
              </a:xfrm>
              <a:custGeom>
                <a:avLst/>
                <a:gdLst>
                  <a:gd name="T0" fmla="*/ 13745 w 155"/>
                  <a:gd name="T1" fmla="*/ 0 h 55"/>
                  <a:gd name="T2" fmla="*/ 0 w 155"/>
                  <a:gd name="T3" fmla="*/ 9587 h 55"/>
                  <a:gd name="T4" fmla="*/ 26857 w 155"/>
                  <a:gd name="T5" fmla="*/ 9587 h 55"/>
                  <a:gd name="T6" fmla="*/ 13745 w 155"/>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5" h="55">
                    <a:moveTo>
                      <a:pt x="79" y="0"/>
                    </a:moveTo>
                    <a:cubicBezTo>
                      <a:pt x="42" y="0"/>
                      <a:pt x="13" y="20"/>
                      <a:pt x="0" y="55"/>
                    </a:cubicBezTo>
                    <a:cubicBezTo>
                      <a:pt x="155" y="55"/>
                      <a:pt x="155" y="55"/>
                      <a:pt x="155" y="55"/>
                    </a:cubicBezTo>
                    <a:cubicBezTo>
                      <a:pt x="141" y="17"/>
                      <a:pt x="118" y="0"/>
                      <a:pt x="79" y="0"/>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2" name="Freeform 35"/>
              <p:cNvSpPr>
                <a:spLocks noChangeAspect="1"/>
              </p:cNvSpPr>
              <p:nvPr/>
            </p:nvSpPr>
            <p:spPr bwMode="black">
              <a:xfrm>
                <a:off x="-9768" y="2008"/>
                <a:ext cx="363" cy="130"/>
              </a:xfrm>
              <a:custGeom>
                <a:avLst/>
                <a:gdLst>
                  <a:gd name="T0" fmla="*/ 13518 w 154"/>
                  <a:gd name="T1" fmla="*/ 0 h 55"/>
                  <a:gd name="T2" fmla="*/ 0 w 154"/>
                  <a:gd name="T3" fmla="*/ 9587 h 55"/>
                  <a:gd name="T4" fmla="*/ 26431 w 154"/>
                  <a:gd name="T5" fmla="*/ 9587 h 55"/>
                  <a:gd name="T6" fmla="*/ 13518 w 154"/>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4" h="55">
                    <a:moveTo>
                      <a:pt x="79" y="0"/>
                    </a:moveTo>
                    <a:cubicBezTo>
                      <a:pt x="41" y="0"/>
                      <a:pt x="12" y="20"/>
                      <a:pt x="0" y="55"/>
                    </a:cubicBezTo>
                    <a:cubicBezTo>
                      <a:pt x="154" y="55"/>
                      <a:pt x="154" y="55"/>
                      <a:pt x="154" y="55"/>
                    </a:cubicBezTo>
                    <a:cubicBezTo>
                      <a:pt x="140" y="17"/>
                      <a:pt x="117" y="0"/>
                      <a:pt x="79" y="0"/>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3" name="Freeform 36"/>
              <p:cNvSpPr>
                <a:spLocks noChangeAspect="1"/>
              </p:cNvSpPr>
              <p:nvPr/>
            </p:nvSpPr>
            <p:spPr bwMode="black">
              <a:xfrm>
                <a:off x="-6107" y="2008"/>
                <a:ext cx="369" cy="130"/>
              </a:xfrm>
              <a:custGeom>
                <a:avLst/>
                <a:gdLst>
                  <a:gd name="T0" fmla="*/ 13987 w 156"/>
                  <a:gd name="T1" fmla="*/ 0 h 55"/>
                  <a:gd name="T2" fmla="*/ 0 w 156"/>
                  <a:gd name="T3" fmla="*/ 9587 h 55"/>
                  <a:gd name="T4" fmla="*/ 27332 w 156"/>
                  <a:gd name="T5" fmla="*/ 9587 h 55"/>
                  <a:gd name="T6" fmla="*/ 13987 w 156"/>
                  <a:gd name="T7" fmla="*/ 0 h 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6" h="55">
                    <a:moveTo>
                      <a:pt x="80" y="0"/>
                    </a:moveTo>
                    <a:cubicBezTo>
                      <a:pt x="42" y="0"/>
                      <a:pt x="13" y="20"/>
                      <a:pt x="0" y="55"/>
                    </a:cubicBezTo>
                    <a:cubicBezTo>
                      <a:pt x="156" y="55"/>
                      <a:pt x="156" y="55"/>
                      <a:pt x="156" y="55"/>
                    </a:cubicBezTo>
                    <a:cubicBezTo>
                      <a:pt x="142" y="17"/>
                      <a:pt x="118" y="0"/>
                      <a:pt x="80" y="0"/>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4" name="Freeform 37"/>
              <p:cNvSpPr>
                <a:spLocks noChangeAspect="1" noEditPoints="1"/>
              </p:cNvSpPr>
              <p:nvPr/>
            </p:nvSpPr>
            <p:spPr bwMode="black">
              <a:xfrm>
                <a:off x="-17209" y="-3024"/>
                <a:ext cx="18139" cy="10368"/>
              </a:xfrm>
              <a:custGeom>
                <a:avLst/>
                <a:gdLst>
                  <a:gd name="T0" fmla="*/ 1311795 w 7679"/>
                  <a:gd name="T1" fmla="*/ 0 h 4389"/>
                  <a:gd name="T2" fmla="*/ 951644 w 7679"/>
                  <a:gd name="T3" fmla="*/ 360756 h 4389"/>
                  <a:gd name="T4" fmla="*/ 951644 w 7679"/>
                  <a:gd name="T5" fmla="*/ 407532 h 4389"/>
                  <a:gd name="T6" fmla="*/ 932901 w 7679"/>
                  <a:gd name="T7" fmla="*/ 371710 h 4389"/>
                  <a:gd name="T8" fmla="*/ 815083 w 7679"/>
                  <a:gd name="T9" fmla="*/ 390311 h 4389"/>
                  <a:gd name="T10" fmla="*/ 835237 w 7679"/>
                  <a:gd name="T11" fmla="*/ 418641 h 4389"/>
                  <a:gd name="T12" fmla="*/ 751541 w 7679"/>
                  <a:gd name="T13" fmla="*/ 367139 h 4389"/>
                  <a:gd name="T14" fmla="*/ 774988 w 7679"/>
                  <a:gd name="T15" fmla="*/ 417033 h 4389"/>
                  <a:gd name="T16" fmla="*/ 755866 w 7679"/>
                  <a:gd name="T17" fmla="*/ 408056 h 4389"/>
                  <a:gd name="T18" fmla="*/ 731520 w 7679"/>
                  <a:gd name="T19" fmla="*/ 369785 h 4389"/>
                  <a:gd name="T20" fmla="*/ 705000 w 7679"/>
                  <a:gd name="T21" fmla="*/ 375020 h 4389"/>
                  <a:gd name="T22" fmla="*/ 687251 w 7679"/>
                  <a:gd name="T23" fmla="*/ 366638 h 4389"/>
                  <a:gd name="T24" fmla="*/ 677693 w 7679"/>
                  <a:gd name="T25" fmla="*/ 381627 h 4389"/>
                  <a:gd name="T26" fmla="*/ 639955 w 7679"/>
                  <a:gd name="T27" fmla="*/ 408056 h 4389"/>
                  <a:gd name="T28" fmla="*/ 612531 w 7679"/>
                  <a:gd name="T29" fmla="*/ 364926 h 4389"/>
                  <a:gd name="T30" fmla="*/ 616733 w 7679"/>
                  <a:gd name="T31" fmla="*/ 417033 h 4389"/>
                  <a:gd name="T32" fmla="*/ 561655 w 7679"/>
                  <a:gd name="T33" fmla="*/ 359360 h 4389"/>
                  <a:gd name="T34" fmla="*/ 588054 w 7679"/>
                  <a:gd name="T35" fmla="*/ 399500 h 4389"/>
                  <a:gd name="T36" fmla="*/ 488990 w 7679"/>
                  <a:gd name="T37" fmla="*/ 364557 h 4389"/>
                  <a:gd name="T38" fmla="*/ 531206 w 7679"/>
                  <a:gd name="T39" fmla="*/ 364557 h 4389"/>
                  <a:gd name="T40" fmla="*/ 490769 w 7679"/>
                  <a:gd name="T41" fmla="*/ 360756 h 4389"/>
                  <a:gd name="T42" fmla="*/ 348668 w 7679"/>
                  <a:gd name="T43" fmla="*/ 449750 h 4389"/>
                  <a:gd name="T44" fmla="*/ 252401 w 7679"/>
                  <a:gd name="T45" fmla="*/ 390311 h 4389"/>
                  <a:gd name="T46" fmla="*/ 272546 w 7679"/>
                  <a:gd name="T47" fmla="*/ 418641 h 4389"/>
                  <a:gd name="T48" fmla="*/ 218214 w 7679"/>
                  <a:gd name="T49" fmla="*/ 360756 h 4389"/>
                  <a:gd name="T50" fmla="*/ 218214 w 7679"/>
                  <a:gd name="T51" fmla="*/ 400024 h 4389"/>
                  <a:gd name="T52" fmla="*/ 204293 w 7679"/>
                  <a:gd name="T53" fmla="*/ 400187 h 4389"/>
                  <a:gd name="T54" fmla="*/ 151124 w 7679"/>
                  <a:gd name="T55" fmla="*/ 371186 h 4389"/>
                  <a:gd name="T56" fmla="*/ 188859 w 7679"/>
                  <a:gd name="T57" fmla="*/ 381403 h 4389"/>
                  <a:gd name="T58" fmla="*/ 135465 w 7679"/>
                  <a:gd name="T59" fmla="*/ 400400 h 4389"/>
                  <a:gd name="T60" fmla="*/ 113984 w 7679"/>
                  <a:gd name="T61" fmla="*/ 343909 h 4389"/>
                  <a:gd name="T62" fmla="*/ 113984 w 7679"/>
                  <a:gd name="T63" fmla="*/ 371710 h 4389"/>
                  <a:gd name="T64" fmla="*/ 104570 w 7679"/>
                  <a:gd name="T65" fmla="*/ 415320 h 4389"/>
                  <a:gd name="T66" fmla="*/ 64135 w 7679"/>
                  <a:gd name="T67" fmla="*/ 383340 h 4389"/>
                  <a:gd name="T68" fmla="*/ 84936 w 7679"/>
                  <a:gd name="T69" fmla="*/ 355751 h 4389"/>
                  <a:gd name="T70" fmla="*/ 90693 w 7679"/>
                  <a:gd name="T71" fmla="*/ 393396 h 4389"/>
                  <a:gd name="T72" fmla="*/ 74507 w 7679"/>
                  <a:gd name="T73" fmla="*/ 389590 h 4389"/>
                  <a:gd name="T74" fmla="*/ 27061 w 7679"/>
                  <a:gd name="T75" fmla="*/ 449750 h 4389"/>
                  <a:gd name="T76" fmla="*/ 231076 w 7679"/>
                  <a:gd name="T77" fmla="*/ 449750 h 4389"/>
                  <a:gd name="T78" fmla="*/ 305202 w 7679"/>
                  <a:gd name="T79" fmla="*/ 562513 h 4389"/>
                  <a:gd name="T80" fmla="*/ 326752 w 7679"/>
                  <a:gd name="T81" fmla="*/ 377814 h 4389"/>
                  <a:gd name="T82" fmla="*/ 373015 w 7679"/>
                  <a:gd name="T83" fmla="*/ 407532 h 4389"/>
                  <a:gd name="T84" fmla="*/ 402871 w 7679"/>
                  <a:gd name="T85" fmla="*/ 413562 h 4389"/>
                  <a:gd name="T86" fmla="*/ 372791 w 7679"/>
                  <a:gd name="T87" fmla="*/ 628711 h 4389"/>
                  <a:gd name="T88" fmla="*/ 478618 w 7679"/>
                  <a:gd name="T89" fmla="*/ 694911 h 4389"/>
                  <a:gd name="T90" fmla="*/ 598795 w 7679"/>
                  <a:gd name="T91" fmla="*/ 721702 h 4389"/>
                  <a:gd name="T92" fmla="*/ 584757 w 7679"/>
                  <a:gd name="T93" fmla="*/ 482548 h 4389"/>
                  <a:gd name="T94" fmla="*/ 657171 w 7679"/>
                  <a:gd name="T95" fmla="*/ 566994 h 4389"/>
                  <a:gd name="T96" fmla="*/ 695197 w 7679"/>
                  <a:gd name="T97" fmla="*/ 629620 h 4389"/>
                  <a:gd name="T98" fmla="*/ 882147 w 7679"/>
                  <a:gd name="T99" fmla="*/ 408056 h 4389"/>
                  <a:gd name="T100" fmla="*/ 865303 w 7679"/>
                  <a:gd name="T101" fmla="*/ 364054 h 4389"/>
                  <a:gd name="T102" fmla="*/ 923995 w 7679"/>
                  <a:gd name="T103" fmla="*/ 417033 h 4389"/>
                  <a:gd name="T104" fmla="*/ 999093 w 7679"/>
                  <a:gd name="T105" fmla="*/ 568773 h 4389"/>
                  <a:gd name="T106" fmla="*/ 918645 w 7679"/>
                  <a:gd name="T107" fmla="*/ 578858 h 4389"/>
                  <a:gd name="T108" fmla="*/ 1024465 w 7679"/>
                  <a:gd name="T109" fmla="*/ 577088 h 4389"/>
                  <a:gd name="T110" fmla="*/ 1096539 w 7679"/>
                  <a:gd name="T111" fmla="*/ 516241 h 4389"/>
                  <a:gd name="T112" fmla="*/ 1122936 w 7679"/>
                  <a:gd name="T113" fmla="*/ 668666 h 4389"/>
                  <a:gd name="T114" fmla="*/ 1148443 w 7679"/>
                  <a:gd name="T115" fmla="*/ 528751 h 4389"/>
                  <a:gd name="T116" fmla="*/ 1293713 w 7679"/>
                  <a:gd name="T117" fmla="*/ 706569 h 43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7679" h="4389">
                    <a:moveTo>
                      <a:pt x="6153" y="2827"/>
                    </a:moveTo>
                    <a:cubicBezTo>
                      <a:pt x="4781" y="0"/>
                      <a:pt x="4781" y="0"/>
                      <a:pt x="4781" y="0"/>
                    </a:cubicBezTo>
                    <a:cubicBezTo>
                      <a:pt x="0" y="0"/>
                      <a:pt x="0" y="0"/>
                      <a:pt x="0" y="0"/>
                    </a:cubicBezTo>
                    <a:cubicBezTo>
                      <a:pt x="0" y="4389"/>
                      <a:pt x="0" y="4389"/>
                      <a:pt x="0" y="4389"/>
                    </a:cubicBezTo>
                    <a:cubicBezTo>
                      <a:pt x="7679" y="4389"/>
                      <a:pt x="7679" y="4389"/>
                      <a:pt x="7679" y="4389"/>
                    </a:cubicBezTo>
                    <a:cubicBezTo>
                      <a:pt x="7679" y="0"/>
                      <a:pt x="7679" y="0"/>
                      <a:pt x="7679" y="0"/>
                    </a:cubicBezTo>
                    <a:cubicBezTo>
                      <a:pt x="7551" y="0"/>
                      <a:pt x="7551" y="0"/>
                      <a:pt x="7551" y="0"/>
                    </a:cubicBezTo>
                    <a:lnTo>
                      <a:pt x="6153" y="2827"/>
                    </a:lnTo>
                    <a:close/>
                    <a:moveTo>
                      <a:pt x="5345" y="2076"/>
                    </a:moveTo>
                    <a:cubicBezTo>
                      <a:pt x="5370" y="2076"/>
                      <a:pt x="5370" y="2076"/>
                      <a:pt x="5370" y="2076"/>
                    </a:cubicBezTo>
                    <a:cubicBezTo>
                      <a:pt x="5370" y="2002"/>
                      <a:pt x="5370" y="2002"/>
                      <a:pt x="5370" y="2002"/>
                    </a:cubicBezTo>
                    <a:cubicBezTo>
                      <a:pt x="5449" y="1979"/>
                      <a:pt x="5449" y="1979"/>
                      <a:pt x="5449" y="1979"/>
                    </a:cubicBezTo>
                    <a:cubicBezTo>
                      <a:pt x="5449" y="2076"/>
                      <a:pt x="5449" y="2076"/>
                      <a:pt x="5449" y="2076"/>
                    </a:cubicBezTo>
                    <a:cubicBezTo>
                      <a:pt x="5478" y="2076"/>
                      <a:pt x="5478" y="2076"/>
                      <a:pt x="5478" y="2076"/>
                    </a:cubicBezTo>
                    <a:cubicBezTo>
                      <a:pt x="5481" y="2076"/>
                      <a:pt x="5486" y="2076"/>
                      <a:pt x="5493" y="2076"/>
                    </a:cubicBezTo>
                    <a:cubicBezTo>
                      <a:pt x="5501" y="2075"/>
                      <a:pt x="5507" y="2075"/>
                      <a:pt x="5511" y="2074"/>
                    </a:cubicBezTo>
                    <a:cubicBezTo>
                      <a:pt x="5521" y="2072"/>
                      <a:pt x="5525" y="2071"/>
                      <a:pt x="5538" y="2068"/>
                    </a:cubicBezTo>
                    <a:cubicBezTo>
                      <a:pt x="5501" y="2139"/>
                      <a:pt x="5501" y="2139"/>
                      <a:pt x="5501" y="2139"/>
                    </a:cubicBezTo>
                    <a:cubicBezTo>
                      <a:pt x="5449" y="2139"/>
                      <a:pt x="5449" y="2139"/>
                      <a:pt x="5449" y="2139"/>
                    </a:cubicBezTo>
                    <a:cubicBezTo>
                      <a:pt x="5449" y="2302"/>
                      <a:pt x="5449" y="2302"/>
                      <a:pt x="5449" y="2302"/>
                    </a:cubicBezTo>
                    <a:cubicBezTo>
                      <a:pt x="5449" y="2335"/>
                      <a:pt x="5456" y="2345"/>
                      <a:pt x="5478" y="2345"/>
                    </a:cubicBezTo>
                    <a:cubicBezTo>
                      <a:pt x="5501" y="2345"/>
                      <a:pt x="5519" y="2341"/>
                      <a:pt x="5553" y="2328"/>
                    </a:cubicBezTo>
                    <a:cubicBezTo>
                      <a:pt x="5532" y="2403"/>
                      <a:pt x="5532" y="2403"/>
                      <a:pt x="5532" y="2403"/>
                    </a:cubicBezTo>
                    <a:cubicBezTo>
                      <a:pt x="5511" y="2405"/>
                      <a:pt x="5511" y="2405"/>
                      <a:pt x="5511" y="2405"/>
                    </a:cubicBezTo>
                    <a:cubicBezTo>
                      <a:pt x="5484" y="2409"/>
                      <a:pt x="5474" y="2409"/>
                      <a:pt x="5461" y="2409"/>
                    </a:cubicBezTo>
                    <a:cubicBezTo>
                      <a:pt x="5433" y="2409"/>
                      <a:pt x="5410" y="2403"/>
                      <a:pt x="5395" y="2390"/>
                    </a:cubicBezTo>
                    <a:cubicBezTo>
                      <a:pt x="5377" y="2376"/>
                      <a:pt x="5370" y="2351"/>
                      <a:pt x="5370" y="2303"/>
                    </a:cubicBezTo>
                    <a:cubicBezTo>
                      <a:pt x="5370" y="2139"/>
                      <a:pt x="5370" y="2139"/>
                      <a:pt x="5370" y="2139"/>
                    </a:cubicBezTo>
                    <a:cubicBezTo>
                      <a:pt x="5366" y="2139"/>
                      <a:pt x="5366" y="2139"/>
                      <a:pt x="5366" y="2139"/>
                    </a:cubicBezTo>
                    <a:cubicBezTo>
                      <a:pt x="5351" y="2139"/>
                      <a:pt x="5331" y="2142"/>
                      <a:pt x="5308" y="2146"/>
                    </a:cubicBezTo>
                    <a:lnTo>
                      <a:pt x="5345" y="2076"/>
                    </a:lnTo>
                    <a:close/>
                    <a:moveTo>
                      <a:pt x="4783" y="2068"/>
                    </a:moveTo>
                    <a:cubicBezTo>
                      <a:pt x="4851" y="2068"/>
                      <a:pt x="4902" y="2100"/>
                      <a:pt x="4928" y="2158"/>
                    </a:cubicBezTo>
                    <a:cubicBezTo>
                      <a:pt x="4939" y="2184"/>
                      <a:pt x="4943" y="2207"/>
                      <a:pt x="4946" y="2246"/>
                    </a:cubicBezTo>
                    <a:cubicBezTo>
                      <a:pt x="4692" y="2246"/>
                      <a:pt x="4692" y="2246"/>
                      <a:pt x="4692" y="2246"/>
                    </a:cubicBezTo>
                    <a:cubicBezTo>
                      <a:pt x="4694" y="2267"/>
                      <a:pt x="4695" y="2272"/>
                      <a:pt x="4700" y="2286"/>
                    </a:cubicBezTo>
                    <a:cubicBezTo>
                      <a:pt x="4712" y="2322"/>
                      <a:pt x="4753" y="2345"/>
                      <a:pt x="4805" y="2345"/>
                    </a:cubicBezTo>
                    <a:cubicBezTo>
                      <a:pt x="4831" y="2345"/>
                      <a:pt x="4855" y="2340"/>
                      <a:pt x="4882" y="2328"/>
                    </a:cubicBezTo>
                    <a:cubicBezTo>
                      <a:pt x="4899" y="2322"/>
                      <a:pt x="4910" y="2316"/>
                      <a:pt x="4936" y="2299"/>
                    </a:cubicBezTo>
                    <a:cubicBezTo>
                      <a:pt x="4916" y="2396"/>
                      <a:pt x="4916" y="2396"/>
                      <a:pt x="4916" y="2396"/>
                    </a:cubicBezTo>
                    <a:cubicBezTo>
                      <a:pt x="4906" y="2398"/>
                      <a:pt x="4899" y="2399"/>
                      <a:pt x="4894" y="2400"/>
                    </a:cubicBezTo>
                    <a:cubicBezTo>
                      <a:pt x="4865" y="2406"/>
                      <a:pt x="4834" y="2409"/>
                      <a:pt x="4808" y="2409"/>
                    </a:cubicBezTo>
                    <a:cubicBezTo>
                      <a:pt x="4686" y="2409"/>
                      <a:pt x="4608" y="2343"/>
                      <a:pt x="4608" y="2242"/>
                    </a:cubicBezTo>
                    <a:cubicBezTo>
                      <a:pt x="4608" y="2141"/>
                      <a:pt x="4682" y="2068"/>
                      <a:pt x="4783" y="2068"/>
                    </a:cubicBezTo>
                    <a:close/>
                    <a:moveTo>
                      <a:pt x="4041" y="2095"/>
                    </a:moveTo>
                    <a:cubicBezTo>
                      <a:pt x="4138" y="2066"/>
                      <a:pt x="4138" y="2066"/>
                      <a:pt x="4138" y="2066"/>
                    </a:cubicBezTo>
                    <a:cubicBezTo>
                      <a:pt x="4138" y="2094"/>
                      <a:pt x="4138" y="2094"/>
                      <a:pt x="4138" y="2094"/>
                    </a:cubicBezTo>
                    <a:cubicBezTo>
                      <a:pt x="4164" y="2076"/>
                      <a:pt x="4191" y="2068"/>
                      <a:pt x="4223" y="2068"/>
                    </a:cubicBezTo>
                    <a:cubicBezTo>
                      <a:pt x="4268" y="2068"/>
                      <a:pt x="4298" y="2081"/>
                      <a:pt x="4326" y="2113"/>
                    </a:cubicBezTo>
                    <a:cubicBezTo>
                      <a:pt x="4342" y="2099"/>
                      <a:pt x="4348" y="2094"/>
                      <a:pt x="4358" y="2088"/>
                    </a:cubicBezTo>
                    <a:cubicBezTo>
                      <a:pt x="4380" y="2075"/>
                      <a:pt x="4409" y="2068"/>
                      <a:pt x="4436" y="2068"/>
                    </a:cubicBezTo>
                    <a:cubicBezTo>
                      <a:pt x="4478" y="2068"/>
                      <a:pt x="4518" y="2084"/>
                      <a:pt x="4540" y="2110"/>
                    </a:cubicBezTo>
                    <a:cubicBezTo>
                      <a:pt x="4559" y="2134"/>
                      <a:pt x="4564" y="2162"/>
                      <a:pt x="4564" y="2235"/>
                    </a:cubicBezTo>
                    <a:cubicBezTo>
                      <a:pt x="4564" y="2348"/>
                      <a:pt x="4564" y="2348"/>
                      <a:pt x="4564" y="2348"/>
                    </a:cubicBezTo>
                    <a:cubicBezTo>
                      <a:pt x="4564" y="2376"/>
                      <a:pt x="4570" y="2389"/>
                      <a:pt x="4587" y="2400"/>
                    </a:cubicBezTo>
                    <a:cubicBezTo>
                      <a:pt x="4461" y="2400"/>
                      <a:pt x="4461" y="2400"/>
                      <a:pt x="4461" y="2400"/>
                    </a:cubicBezTo>
                    <a:cubicBezTo>
                      <a:pt x="4479" y="2389"/>
                      <a:pt x="4485" y="2376"/>
                      <a:pt x="4485" y="2348"/>
                    </a:cubicBezTo>
                    <a:cubicBezTo>
                      <a:pt x="4485" y="2220"/>
                      <a:pt x="4485" y="2220"/>
                      <a:pt x="4485" y="2220"/>
                    </a:cubicBezTo>
                    <a:cubicBezTo>
                      <a:pt x="4485" y="2196"/>
                      <a:pt x="4485" y="2196"/>
                      <a:pt x="4485" y="2196"/>
                    </a:cubicBezTo>
                    <a:cubicBezTo>
                      <a:pt x="4484" y="2169"/>
                      <a:pt x="4481" y="2158"/>
                      <a:pt x="4472" y="2147"/>
                    </a:cubicBezTo>
                    <a:cubicBezTo>
                      <a:pt x="4461" y="2135"/>
                      <a:pt x="4445" y="2128"/>
                      <a:pt x="4426" y="2128"/>
                    </a:cubicBezTo>
                    <a:cubicBezTo>
                      <a:pt x="4383" y="2128"/>
                      <a:pt x="4351" y="2157"/>
                      <a:pt x="4351" y="2199"/>
                    </a:cubicBezTo>
                    <a:cubicBezTo>
                      <a:pt x="4351" y="2348"/>
                      <a:pt x="4351" y="2348"/>
                      <a:pt x="4351" y="2348"/>
                    </a:cubicBezTo>
                    <a:cubicBezTo>
                      <a:pt x="4351" y="2376"/>
                      <a:pt x="4357" y="2389"/>
                      <a:pt x="4375" y="2400"/>
                    </a:cubicBezTo>
                    <a:cubicBezTo>
                      <a:pt x="4248" y="2400"/>
                      <a:pt x="4248" y="2400"/>
                      <a:pt x="4248" y="2400"/>
                    </a:cubicBezTo>
                    <a:cubicBezTo>
                      <a:pt x="4266" y="2389"/>
                      <a:pt x="4271" y="2376"/>
                      <a:pt x="4271" y="2348"/>
                    </a:cubicBezTo>
                    <a:cubicBezTo>
                      <a:pt x="4271" y="2220"/>
                      <a:pt x="4271" y="2220"/>
                      <a:pt x="4271" y="2220"/>
                    </a:cubicBezTo>
                    <a:cubicBezTo>
                      <a:pt x="4271" y="2196"/>
                      <a:pt x="4271" y="2196"/>
                      <a:pt x="4271" y="2196"/>
                    </a:cubicBezTo>
                    <a:cubicBezTo>
                      <a:pt x="4271" y="2169"/>
                      <a:pt x="4268" y="2158"/>
                      <a:pt x="4258" y="2147"/>
                    </a:cubicBezTo>
                    <a:cubicBezTo>
                      <a:pt x="4248" y="2135"/>
                      <a:pt x="4231" y="2128"/>
                      <a:pt x="4211" y="2128"/>
                    </a:cubicBezTo>
                    <a:cubicBezTo>
                      <a:pt x="4169" y="2128"/>
                      <a:pt x="4138" y="2157"/>
                      <a:pt x="4138" y="2199"/>
                    </a:cubicBezTo>
                    <a:cubicBezTo>
                      <a:pt x="4138" y="2348"/>
                      <a:pt x="4138" y="2348"/>
                      <a:pt x="4138" y="2348"/>
                    </a:cubicBezTo>
                    <a:cubicBezTo>
                      <a:pt x="4138" y="2376"/>
                      <a:pt x="4144" y="2389"/>
                      <a:pt x="4161" y="2400"/>
                    </a:cubicBezTo>
                    <a:cubicBezTo>
                      <a:pt x="4035" y="2400"/>
                      <a:pt x="4035" y="2400"/>
                      <a:pt x="4035" y="2400"/>
                    </a:cubicBezTo>
                    <a:cubicBezTo>
                      <a:pt x="4053" y="2389"/>
                      <a:pt x="4058" y="2376"/>
                      <a:pt x="4058" y="2348"/>
                    </a:cubicBezTo>
                    <a:cubicBezTo>
                      <a:pt x="4058" y="2173"/>
                      <a:pt x="4058" y="2173"/>
                      <a:pt x="4058" y="2173"/>
                    </a:cubicBezTo>
                    <a:cubicBezTo>
                      <a:pt x="4058" y="2158"/>
                      <a:pt x="4058" y="2158"/>
                      <a:pt x="4058" y="2158"/>
                    </a:cubicBezTo>
                    <a:cubicBezTo>
                      <a:pt x="4058" y="2140"/>
                      <a:pt x="4058" y="2140"/>
                      <a:pt x="4058" y="2140"/>
                    </a:cubicBezTo>
                    <a:cubicBezTo>
                      <a:pt x="4058" y="2115"/>
                      <a:pt x="4055" y="2107"/>
                      <a:pt x="4041" y="2095"/>
                    </a:cubicBezTo>
                    <a:close/>
                    <a:moveTo>
                      <a:pt x="3666" y="2095"/>
                    </a:moveTo>
                    <a:cubicBezTo>
                      <a:pt x="3762" y="2066"/>
                      <a:pt x="3762" y="2066"/>
                      <a:pt x="3762" y="2066"/>
                    </a:cubicBezTo>
                    <a:cubicBezTo>
                      <a:pt x="3762" y="2094"/>
                      <a:pt x="3762" y="2094"/>
                      <a:pt x="3762" y="2094"/>
                    </a:cubicBezTo>
                    <a:cubicBezTo>
                      <a:pt x="3793" y="2075"/>
                      <a:pt x="3815" y="2068"/>
                      <a:pt x="3849" y="2068"/>
                    </a:cubicBezTo>
                    <a:cubicBezTo>
                      <a:pt x="3895" y="2068"/>
                      <a:pt x="3934" y="2083"/>
                      <a:pt x="3956" y="2110"/>
                    </a:cubicBezTo>
                    <a:cubicBezTo>
                      <a:pt x="3974" y="2133"/>
                      <a:pt x="3980" y="2162"/>
                      <a:pt x="3980" y="2235"/>
                    </a:cubicBezTo>
                    <a:cubicBezTo>
                      <a:pt x="3980" y="2348"/>
                      <a:pt x="3980" y="2348"/>
                      <a:pt x="3980" y="2348"/>
                    </a:cubicBezTo>
                    <a:cubicBezTo>
                      <a:pt x="3980" y="2376"/>
                      <a:pt x="3986" y="2389"/>
                      <a:pt x="4003" y="2400"/>
                    </a:cubicBezTo>
                    <a:cubicBezTo>
                      <a:pt x="3878" y="2400"/>
                      <a:pt x="3878" y="2400"/>
                      <a:pt x="3878" y="2400"/>
                    </a:cubicBezTo>
                    <a:cubicBezTo>
                      <a:pt x="3896" y="2389"/>
                      <a:pt x="3901" y="2376"/>
                      <a:pt x="3901" y="2348"/>
                    </a:cubicBezTo>
                    <a:cubicBezTo>
                      <a:pt x="3901" y="2220"/>
                      <a:pt x="3901" y="2220"/>
                      <a:pt x="3901" y="2220"/>
                    </a:cubicBezTo>
                    <a:cubicBezTo>
                      <a:pt x="3901" y="2196"/>
                      <a:pt x="3901" y="2196"/>
                      <a:pt x="3901" y="2196"/>
                    </a:cubicBezTo>
                    <a:cubicBezTo>
                      <a:pt x="3901" y="2169"/>
                      <a:pt x="3898" y="2159"/>
                      <a:pt x="3888" y="2147"/>
                    </a:cubicBezTo>
                    <a:cubicBezTo>
                      <a:pt x="3877" y="2134"/>
                      <a:pt x="3861" y="2128"/>
                      <a:pt x="3838" y="2128"/>
                    </a:cubicBezTo>
                    <a:cubicBezTo>
                      <a:pt x="3793" y="2128"/>
                      <a:pt x="3762" y="2157"/>
                      <a:pt x="3762" y="2199"/>
                    </a:cubicBezTo>
                    <a:cubicBezTo>
                      <a:pt x="3762" y="2348"/>
                      <a:pt x="3762" y="2348"/>
                      <a:pt x="3762" y="2348"/>
                    </a:cubicBezTo>
                    <a:cubicBezTo>
                      <a:pt x="3762" y="2376"/>
                      <a:pt x="3768" y="2389"/>
                      <a:pt x="3786" y="2400"/>
                    </a:cubicBezTo>
                    <a:cubicBezTo>
                      <a:pt x="3660" y="2400"/>
                      <a:pt x="3660" y="2400"/>
                      <a:pt x="3660" y="2400"/>
                    </a:cubicBezTo>
                    <a:cubicBezTo>
                      <a:pt x="3678" y="2389"/>
                      <a:pt x="3684" y="2376"/>
                      <a:pt x="3684" y="2348"/>
                    </a:cubicBezTo>
                    <a:cubicBezTo>
                      <a:pt x="3684" y="2173"/>
                      <a:pt x="3684" y="2173"/>
                      <a:pt x="3684" y="2173"/>
                    </a:cubicBezTo>
                    <a:cubicBezTo>
                      <a:pt x="3684" y="2158"/>
                      <a:pt x="3684" y="2158"/>
                      <a:pt x="3684" y="2158"/>
                    </a:cubicBezTo>
                    <a:cubicBezTo>
                      <a:pt x="3684" y="2140"/>
                      <a:pt x="3684" y="2140"/>
                      <a:pt x="3684" y="2140"/>
                    </a:cubicBezTo>
                    <a:cubicBezTo>
                      <a:pt x="3683" y="2115"/>
                      <a:pt x="3680" y="2107"/>
                      <a:pt x="3666" y="2095"/>
                    </a:cubicBezTo>
                    <a:close/>
                    <a:moveTo>
                      <a:pt x="3430" y="2095"/>
                    </a:moveTo>
                    <a:cubicBezTo>
                      <a:pt x="3526" y="2066"/>
                      <a:pt x="3526" y="2066"/>
                      <a:pt x="3526" y="2066"/>
                    </a:cubicBezTo>
                    <a:cubicBezTo>
                      <a:pt x="3526" y="2100"/>
                      <a:pt x="3526" y="2100"/>
                      <a:pt x="3526" y="2100"/>
                    </a:cubicBezTo>
                    <a:cubicBezTo>
                      <a:pt x="3550" y="2079"/>
                      <a:pt x="3574" y="2071"/>
                      <a:pt x="3609" y="2071"/>
                    </a:cubicBezTo>
                    <a:cubicBezTo>
                      <a:pt x="3622" y="2071"/>
                      <a:pt x="3627" y="2072"/>
                      <a:pt x="3640" y="2075"/>
                    </a:cubicBezTo>
                    <a:cubicBezTo>
                      <a:pt x="3640" y="2155"/>
                      <a:pt x="3640" y="2155"/>
                      <a:pt x="3640" y="2155"/>
                    </a:cubicBezTo>
                    <a:cubicBezTo>
                      <a:pt x="3620" y="2144"/>
                      <a:pt x="3610" y="2142"/>
                      <a:pt x="3594" y="2142"/>
                    </a:cubicBezTo>
                    <a:cubicBezTo>
                      <a:pt x="3552" y="2142"/>
                      <a:pt x="3526" y="2174"/>
                      <a:pt x="3526" y="2225"/>
                    </a:cubicBezTo>
                    <a:cubicBezTo>
                      <a:pt x="3526" y="2348"/>
                      <a:pt x="3526" y="2348"/>
                      <a:pt x="3526" y="2348"/>
                    </a:cubicBezTo>
                    <a:cubicBezTo>
                      <a:pt x="3526" y="2376"/>
                      <a:pt x="3532" y="2389"/>
                      <a:pt x="3550" y="2400"/>
                    </a:cubicBezTo>
                    <a:cubicBezTo>
                      <a:pt x="3424" y="2400"/>
                      <a:pt x="3424" y="2400"/>
                      <a:pt x="3424" y="2400"/>
                    </a:cubicBezTo>
                    <a:cubicBezTo>
                      <a:pt x="3442" y="2389"/>
                      <a:pt x="3448" y="2376"/>
                      <a:pt x="3448" y="2348"/>
                    </a:cubicBezTo>
                    <a:cubicBezTo>
                      <a:pt x="3448" y="2173"/>
                      <a:pt x="3448" y="2173"/>
                      <a:pt x="3448" y="2173"/>
                    </a:cubicBezTo>
                    <a:cubicBezTo>
                      <a:pt x="3448" y="2158"/>
                      <a:pt x="3448" y="2158"/>
                      <a:pt x="3448" y="2158"/>
                    </a:cubicBezTo>
                    <a:cubicBezTo>
                      <a:pt x="3448" y="2140"/>
                      <a:pt x="3448" y="2140"/>
                      <a:pt x="3448" y="2140"/>
                    </a:cubicBezTo>
                    <a:cubicBezTo>
                      <a:pt x="3447" y="2115"/>
                      <a:pt x="3444" y="2107"/>
                      <a:pt x="3430" y="2095"/>
                    </a:cubicBezTo>
                    <a:close/>
                    <a:moveTo>
                      <a:pt x="3233" y="2068"/>
                    </a:moveTo>
                    <a:cubicBezTo>
                      <a:pt x="3300" y="2068"/>
                      <a:pt x="3351" y="2100"/>
                      <a:pt x="3377" y="2158"/>
                    </a:cubicBezTo>
                    <a:cubicBezTo>
                      <a:pt x="3388" y="2184"/>
                      <a:pt x="3392" y="2207"/>
                      <a:pt x="3395" y="2246"/>
                    </a:cubicBezTo>
                    <a:cubicBezTo>
                      <a:pt x="3141" y="2246"/>
                      <a:pt x="3141" y="2246"/>
                      <a:pt x="3141" y="2246"/>
                    </a:cubicBezTo>
                    <a:cubicBezTo>
                      <a:pt x="3143" y="2267"/>
                      <a:pt x="3144" y="2272"/>
                      <a:pt x="3149" y="2286"/>
                    </a:cubicBezTo>
                    <a:cubicBezTo>
                      <a:pt x="3161" y="2322"/>
                      <a:pt x="3202" y="2345"/>
                      <a:pt x="3253" y="2345"/>
                    </a:cubicBezTo>
                    <a:cubicBezTo>
                      <a:pt x="3279" y="2345"/>
                      <a:pt x="3304" y="2340"/>
                      <a:pt x="3331" y="2328"/>
                    </a:cubicBezTo>
                    <a:cubicBezTo>
                      <a:pt x="3348" y="2322"/>
                      <a:pt x="3359" y="2316"/>
                      <a:pt x="3385" y="2299"/>
                    </a:cubicBezTo>
                    <a:cubicBezTo>
                      <a:pt x="3364" y="2396"/>
                      <a:pt x="3364" y="2396"/>
                      <a:pt x="3364" y="2396"/>
                    </a:cubicBezTo>
                    <a:cubicBezTo>
                      <a:pt x="3355" y="2398"/>
                      <a:pt x="3348" y="2399"/>
                      <a:pt x="3343" y="2400"/>
                    </a:cubicBezTo>
                    <a:cubicBezTo>
                      <a:pt x="3313" y="2406"/>
                      <a:pt x="3282" y="2409"/>
                      <a:pt x="3257" y="2409"/>
                    </a:cubicBezTo>
                    <a:cubicBezTo>
                      <a:pt x="3135" y="2409"/>
                      <a:pt x="3057" y="2343"/>
                      <a:pt x="3057" y="2242"/>
                    </a:cubicBezTo>
                    <a:cubicBezTo>
                      <a:pt x="3057" y="2141"/>
                      <a:pt x="3131" y="2068"/>
                      <a:pt x="3233" y="2068"/>
                    </a:cubicBezTo>
                    <a:close/>
                    <a:moveTo>
                      <a:pt x="2825" y="2076"/>
                    </a:moveTo>
                    <a:cubicBezTo>
                      <a:pt x="2817" y="2083"/>
                      <a:pt x="2815" y="2088"/>
                      <a:pt x="2815" y="2098"/>
                    </a:cubicBezTo>
                    <a:cubicBezTo>
                      <a:pt x="2815" y="2105"/>
                      <a:pt x="2818" y="2117"/>
                      <a:pt x="2821" y="2123"/>
                    </a:cubicBezTo>
                    <a:cubicBezTo>
                      <a:pt x="2893" y="2261"/>
                      <a:pt x="2893" y="2261"/>
                      <a:pt x="2893" y="2261"/>
                    </a:cubicBezTo>
                    <a:cubicBezTo>
                      <a:pt x="2961" y="2129"/>
                      <a:pt x="2961" y="2129"/>
                      <a:pt x="2961" y="2129"/>
                    </a:cubicBezTo>
                    <a:cubicBezTo>
                      <a:pt x="2966" y="2119"/>
                      <a:pt x="2971" y="2104"/>
                      <a:pt x="2971" y="2097"/>
                    </a:cubicBezTo>
                    <a:cubicBezTo>
                      <a:pt x="2971" y="2089"/>
                      <a:pt x="2968" y="2084"/>
                      <a:pt x="2959" y="2076"/>
                    </a:cubicBezTo>
                    <a:cubicBezTo>
                      <a:pt x="3075" y="2076"/>
                      <a:pt x="3075" y="2076"/>
                      <a:pt x="3075" y="2076"/>
                    </a:cubicBezTo>
                    <a:cubicBezTo>
                      <a:pt x="3067" y="2085"/>
                      <a:pt x="3064" y="2089"/>
                      <a:pt x="3058" y="2098"/>
                    </a:cubicBezTo>
                    <a:cubicBezTo>
                      <a:pt x="3049" y="2110"/>
                      <a:pt x="3035" y="2132"/>
                      <a:pt x="3027" y="2146"/>
                    </a:cubicBezTo>
                    <a:cubicBezTo>
                      <a:pt x="2886" y="2409"/>
                      <a:pt x="2886" y="2409"/>
                      <a:pt x="2886" y="2409"/>
                    </a:cubicBezTo>
                    <a:cubicBezTo>
                      <a:pt x="2734" y="2125"/>
                      <a:pt x="2734" y="2125"/>
                      <a:pt x="2734" y="2125"/>
                    </a:cubicBezTo>
                    <a:cubicBezTo>
                      <a:pt x="2733" y="2123"/>
                      <a:pt x="2731" y="2119"/>
                      <a:pt x="2728" y="2115"/>
                    </a:cubicBezTo>
                    <a:cubicBezTo>
                      <a:pt x="2725" y="2110"/>
                      <a:pt x="2722" y="2105"/>
                      <a:pt x="2719" y="2101"/>
                    </a:cubicBezTo>
                    <a:cubicBezTo>
                      <a:pt x="2713" y="2091"/>
                      <a:pt x="2709" y="2086"/>
                      <a:pt x="2697" y="2076"/>
                    </a:cubicBezTo>
                    <a:lnTo>
                      <a:pt x="2825" y="2076"/>
                    </a:lnTo>
                    <a:close/>
                    <a:moveTo>
                      <a:pt x="2539" y="2068"/>
                    </a:moveTo>
                    <a:cubicBezTo>
                      <a:pt x="2647" y="2068"/>
                      <a:pt x="2719" y="2134"/>
                      <a:pt x="2719" y="2232"/>
                    </a:cubicBezTo>
                    <a:cubicBezTo>
                      <a:pt x="2719" y="2335"/>
                      <a:pt x="2644" y="2409"/>
                      <a:pt x="2537" y="2409"/>
                    </a:cubicBezTo>
                    <a:cubicBezTo>
                      <a:pt x="2429" y="2409"/>
                      <a:pt x="2355" y="2341"/>
                      <a:pt x="2355" y="2241"/>
                    </a:cubicBezTo>
                    <a:cubicBezTo>
                      <a:pt x="2355" y="2140"/>
                      <a:pt x="2431" y="2068"/>
                      <a:pt x="2539" y="2068"/>
                    </a:cubicBezTo>
                    <a:close/>
                    <a:moveTo>
                      <a:pt x="1736" y="2588"/>
                    </a:moveTo>
                    <a:cubicBezTo>
                      <a:pt x="2007" y="2588"/>
                      <a:pt x="2007" y="2588"/>
                      <a:pt x="2007" y="2588"/>
                    </a:cubicBezTo>
                    <a:cubicBezTo>
                      <a:pt x="2007" y="2873"/>
                      <a:pt x="2007" y="2873"/>
                      <a:pt x="2007" y="2873"/>
                    </a:cubicBezTo>
                    <a:cubicBezTo>
                      <a:pt x="1736" y="2873"/>
                      <a:pt x="1736" y="2873"/>
                      <a:pt x="1736" y="2873"/>
                    </a:cubicBezTo>
                    <a:lnTo>
                      <a:pt x="1736" y="2588"/>
                    </a:lnTo>
                    <a:close/>
                    <a:moveTo>
                      <a:pt x="1544" y="2068"/>
                    </a:moveTo>
                    <a:cubicBezTo>
                      <a:pt x="1612" y="2068"/>
                      <a:pt x="1662" y="2100"/>
                      <a:pt x="1689" y="2158"/>
                    </a:cubicBezTo>
                    <a:cubicBezTo>
                      <a:pt x="1699" y="2184"/>
                      <a:pt x="1704" y="2207"/>
                      <a:pt x="1707" y="2246"/>
                    </a:cubicBezTo>
                    <a:cubicBezTo>
                      <a:pt x="1453" y="2246"/>
                      <a:pt x="1453" y="2246"/>
                      <a:pt x="1453" y="2246"/>
                    </a:cubicBezTo>
                    <a:cubicBezTo>
                      <a:pt x="1454" y="2267"/>
                      <a:pt x="1456" y="2272"/>
                      <a:pt x="1460" y="2286"/>
                    </a:cubicBezTo>
                    <a:cubicBezTo>
                      <a:pt x="1473" y="2322"/>
                      <a:pt x="1513" y="2345"/>
                      <a:pt x="1565" y="2345"/>
                    </a:cubicBezTo>
                    <a:cubicBezTo>
                      <a:pt x="1591" y="2345"/>
                      <a:pt x="1615" y="2340"/>
                      <a:pt x="1642" y="2328"/>
                    </a:cubicBezTo>
                    <a:cubicBezTo>
                      <a:pt x="1659" y="2322"/>
                      <a:pt x="1671" y="2316"/>
                      <a:pt x="1697" y="2299"/>
                    </a:cubicBezTo>
                    <a:cubicBezTo>
                      <a:pt x="1676" y="2396"/>
                      <a:pt x="1676" y="2396"/>
                      <a:pt x="1676" y="2396"/>
                    </a:cubicBezTo>
                    <a:cubicBezTo>
                      <a:pt x="1667" y="2398"/>
                      <a:pt x="1659" y="2399"/>
                      <a:pt x="1654" y="2400"/>
                    </a:cubicBezTo>
                    <a:cubicBezTo>
                      <a:pt x="1625" y="2406"/>
                      <a:pt x="1594" y="2409"/>
                      <a:pt x="1569" y="2409"/>
                    </a:cubicBezTo>
                    <a:cubicBezTo>
                      <a:pt x="1446" y="2409"/>
                      <a:pt x="1368" y="2343"/>
                      <a:pt x="1368" y="2242"/>
                    </a:cubicBezTo>
                    <a:cubicBezTo>
                      <a:pt x="1368" y="2141"/>
                      <a:pt x="1443" y="2068"/>
                      <a:pt x="1544" y="2068"/>
                    </a:cubicBezTo>
                    <a:close/>
                    <a:moveTo>
                      <a:pt x="1151" y="2076"/>
                    </a:moveTo>
                    <a:cubicBezTo>
                      <a:pt x="1176" y="2076"/>
                      <a:pt x="1176" y="2076"/>
                      <a:pt x="1176" y="2076"/>
                    </a:cubicBezTo>
                    <a:cubicBezTo>
                      <a:pt x="1176" y="2002"/>
                      <a:pt x="1176" y="2002"/>
                      <a:pt x="1176" y="2002"/>
                    </a:cubicBezTo>
                    <a:cubicBezTo>
                      <a:pt x="1256" y="1979"/>
                      <a:pt x="1256" y="1979"/>
                      <a:pt x="1256" y="1979"/>
                    </a:cubicBezTo>
                    <a:cubicBezTo>
                      <a:pt x="1256" y="2076"/>
                      <a:pt x="1256" y="2076"/>
                      <a:pt x="1256" y="2076"/>
                    </a:cubicBezTo>
                    <a:cubicBezTo>
                      <a:pt x="1285" y="2076"/>
                      <a:pt x="1285" y="2076"/>
                      <a:pt x="1285" y="2076"/>
                    </a:cubicBezTo>
                    <a:cubicBezTo>
                      <a:pt x="1288" y="2076"/>
                      <a:pt x="1293" y="2076"/>
                      <a:pt x="1299" y="2076"/>
                    </a:cubicBezTo>
                    <a:cubicBezTo>
                      <a:pt x="1307" y="2075"/>
                      <a:pt x="1313" y="2075"/>
                      <a:pt x="1318" y="2074"/>
                    </a:cubicBezTo>
                    <a:cubicBezTo>
                      <a:pt x="1327" y="2072"/>
                      <a:pt x="1332" y="2071"/>
                      <a:pt x="1344" y="2068"/>
                    </a:cubicBezTo>
                    <a:cubicBezTo>
                      <a:pt x="1308" y="2139"/>
                      <a:pt x="1308" y="2139"/>
                      <a:pt x="1308" y="2139"/>
                    </a:cubicBezTo>
                    <a:cubicBezTo>
                      <a:pt x="1256" y="2139"/>
                      <a:pt x="1256" y="2139"/>
                      <a:pt x="1256" y="2139"/>
                    </a:cubicBezTo>
                    <a:cubicBezTo>
                      <a:pt x="1256" y="2302"/>
                      <a:pt x="1256" y="2302"/>
                      <a:pt x="1256" y="2302"/>
                    </a:cubicBezTo>
                    <a:cubicBezTo>
                      <a:pt x="1256" y="2335"/>
                      <a:pt x="1262" y="2345"/>
                      <a:pt x="1285" y="2345"/>
                    </a:cubicBezTo>
                    <a:cubicBezTo>
                      <a:pt x="1308" y="2345"/>
                      <a:pt x="1325" y="2341"/>
                      <a:pt x="1359" y="2328"/>
                    </a:cubicBezTo>
                    <a:cubicBezTo>
                      <a:pt x="1338" y="2403"/>
                      <a:pt x="1338" y="2403"/>
                      <a:pt x="1338" y="2403"/>
                    </a:cubicBezTo>
                    <a:cubicBezTo>
                      <a:pt x="1318" y="2405"/>
                      <a:pt x="1318" y="2405"/>
                      <a:pt x="1318" y="2405"/>
                    </a:cubicBezTo>
                    <a:cubicBezTo>
                      <a:pt x="1291" y="2409"/>
                      <a:pt x="1281" y="2409"/>
                      <a:pt x="1268" y="2409"/>
                    </a:cubicBezTo>
                    <a:cubicBezTo>
                      <a:pt x="1240" y="2409"/>
                      <a:pt x="1217" y="2403"/>
                      <a:pt x="1201" y="2390"/>
                    </a:cubicBezTo>
                    <a:cubicBezTo>
                      <a:pt x="1183" y="2376"/>
                      <a:pt x="1176" y="2351"/>
                      <a:pt x="1176" y="2303"/>
                    </a:cubicBezTo>
                    <a:cubicBezTo>
                      <a:pt x="1176" y="2139"/>
                      <a:pt x="1176" y="2139"/>
                      <a:pt x="1176" y="2139"/>
                    </a:cubicBezTo>
                    <a:cubicBezTo>
                      <a:pt x="1172" y="2139"/>
                      <a:pt x="1172" y="2139"/>
                      <a:pt x="1172" y="2139"/>
                    </a:cubicBezTo>
                    <a:cubicBezTo>
                      <a:pt x="1157" y="2139"/>
                      <a:pt x="1137" y="2142"/>
                      <a:pt x="1114" y="2146"/>
                    </a:cubicBezTo>
                    <a:lnTo>
                      <a:pt x="1151" y="2076"/>
                    </a:lnTo>
                    <a:close/>
                    <a:moveTo>
                      <a:pt x="1005" y="2155"/>
                    </a:moveTo>
                    <a:cubicBezTo>
                      <a:pt x="997" y="2137"/>
                      <a:pt x="974" y="2128"/>
                      <a:pt x="936" y="2128"/>
                    </a:cubicBezTo>
                    <a:cubicBezTo>
                      <a:pt x="912" y="2128"/>
                      <a:pt x="890" y="2131"/>
                      <a:pt x="870" y="2136"/>
                    </a:cubicBezTo>
                    <a:cubicBezTo>
                      <a:pt x="849" y="2142"/>
                      <a:pt x="835" y="2147"/>
                      <a:pt x="802" y="2163"/>
                    </a:cubicBezTo>
                    <a:cubicBezTo>
                      <a:pt x="827" y="2076"/>
                      <a:pt x="827" y="2076"/>
                      <a:pt x="827" y="2076"/>
                    </a:cubicBezTo>
                    <a:cubicBezTo>
                      <a:pt x="838" y="2075"/>
                      <a:pt x="847" y="2074"/>
                      <a:pt x="852" y="2073"/>
                    </a:cubicBezTo>
                    <a:cubicBezTo>
                      <a:pt x="883" y="2069"/>
                      <a:pt x="902" y="2068"/>
                      <a:pt x="929" y="2068"/>
                    </a:cubicBezTo>
                    <a:cubicBezTo>
                      <a:pt x="971" y="2068"/>
                      <a:pt x="1001" y="2072"/>
                      <a:pt x="1029" y="2081"/>
                    </a:cubicBezTo>
                    <a:cubicBezTo>
                      <a:pt x="1047" y="2087"/>
                      <a:pt x="1061" y="2096"/>
                      <a:pt x="1070" y="2106"/>
                    </a:cubicBezTo>
                    <a:cubicBezTo>
                      <a:pt x="1083" y="2123"/>
                      <a:pt x="1087" y="2141"/>
                      <a:pt x="1087" y="2195"/>
                    </a:cubicBezTo>
                    <a:cubicBezTo>
                      <a:pt x="1087" y="2309"/>
                      <a:pt x="1087" y="2309"/>
                      <a:pt x="1087" y="2309"/>
                    </a:cubicBezTo>
                    <a:cubicBezTo>
                      <a:pt x="1087" y="2332"/>
                      <a:pt x="1088" y="2348"/>
                      <a:pt x="1091" y="2366"/>
                    </a:cubicBezTo>
                    <a:cubicBezTo>
                      <a:pt x="1094" y="2380"/>
                      <a:pt x="1096" y="2386"/>
                      <a:pt x="1102" y="2400"/>
                    </a:cubicBezTo>
                    <a:cubicBezTo>
                      <a:pt x="1023" y="2400"/>
                      <a:pt x="1023" y="2400"/>
                      <a:pt x="1023" y="2400"/>
                    </a:cubicBezTo>
                    <a:cubicBezTo>
                      <a:pt x="1022" y="2392"/>
                      <a:pt x="1021" y="2386"/>
                      <a:pt x="1021" y="2371"/>
                    </a:cubicBezTo>
                    <a:cubicBezTo>
                      <a:pt x="996" y="2396"/>
                      <a:pt x="960" y="2409"/>
                      <a:pt x="912" y="2409"/>
                    </a:cubicBezTo>
                    <a:cubicBezTo>
                      <a:pt x="829" y="2409"/>
                      <a:pt x="780" y="2370"/>
                      <a:pt x="780" y="2304"/>
                    </a:cubicBezTo>
                    <a:cubicBezTo>
                      <a:pt x="780" y="2226"/>
                      <a:pt x="845" y="2184"/>
                      <a:pt x="964" y="2184"/>
                    </a:cubicBezTo>
                    <a:cubicBezTo>
                      <a:pt x="978" y="2184"/>
                      <a:pt x="987" y="2184"/>
                      <a:pt x="1009" y="2186"/>
                    </a:cubicBezTo>
                    <a:cubicBezTo>
                      <a:pt x="1009" y="2167"/>
                      <a:pt x="1008" y="2162"/>
                      <a:pt x="1005" y="2155"/>
                    </a:cubicBezTo>
                    <a:close/>
                    <a:moveTo>
                      <a:pt x="552" y="2076"/>
                    </a:moveTo>
                    <a:cubicBezTo>
                      <a:pt x="577" y="2076"/>
                      <a:pt x="577" y="2076"/>
                      <a:pt x="577" y="2076"/>
                    </a:cubicBezTo>
                    <a:cubicBezTo>
                      <a:pt x="577" y="2002"/>
                      <a:pt x="577" y="2002"/>
                      <a:pt x="577" y="2002"/>
                    </a:cubicBezTo>
                    <a:cubicBezTo>
                      <a:pt x="656" y="1979"/>
                      <a:pt x="656" y="1979"/>
                      <a:pt x="656" y="1979"/>
                    </a:cubicBezTo>
                    <a:cubicBezTo>
                      <a:pt x="656" y="2076"/>
                      <a:pt x="656" y="2076"/>
                      <a:pt x="656" y="2076"/>
                    </a:cubicBezTo>
                    <a:cubicBezTo>
                      <a:pt x="685" y="2076"/>
                      <a:pt x="685" y="2076"/>
                      <a:pt x="685" y="2076"/>
                    </a:cubicBezTo>
                    <a:cubicBezTo>
                      <a:pt x="688" y="2076"/>
                      <a:pt x="693" y="2076"/>
                      <a:pt x="700" y="2076"/>
                    </a:cubicBezTo>
                    <a:cubicBezTo>
                      <a:pt x="708" y="2075"/>
                      <a:pt x="714" y="2075"/>
                      <a:pt x="719" y="2074"/>
                    </a:cubicBezTo>
                    <a:cubicBezTo>
                      <a:pt x="728" y="2072"/>
                      <a:pt x="733" y="2071"/>
                      <a:pt x="745" y="2068"/>
                    </a:cubicBezTo>
                    <a:cubicBezTo>
                      <a:pt x="708" y="2139"/>
                      <a:pt x="708" y="2139"/>
                      <a:pt x="708" y="2139"/>
                    </a:cubicBezTo>
                    <a:cubicBezTo>
                      <a:pt x="656" y="2139"/>
                      <a:pt x="656" y="2139"/>
                      <a:pt x="656" y="2139"/>
                    </a:cubicBezTo>
                    <a:cubicBezTo>
                      <a:pt x="656" y="2302"/>
                      <a:pt x="656" y="2302"/>
                      <a:pt x="656" y="2302"/>
                    </a:cubicBezTo>
                    <a:cubicBezTo>
                      <a:pt x="656" y="2335"/>
                      <a:pt x="663" y="2345"/>
                      <a:pt x="685" y="2345"/>
                    </a:cubicBezTo>
                    <a:cubicBezTo>
                      <a:pt x="708" y="2345"/>
                      <a:pt x="727" y="2341"/>
                      <a:pt x="760" y="2328"/>
                    </a:cubicBezTo>
                    <a:cubicBezTo>
                      <a:pt x="739" y="2403"/>
                      <a:pt x="739" y="2403"/>
                      <a:pt x="739" y="2403"/>
                    </a:cubicBezTo>
                    <a:cubicBezTo>
                      <a:pt x="719" y="2405"/>
                      <a:pt x="719" y="2405"/>
                      <a:pt x="719" y="2405"/>
                    </a:cubicBezTo>
                    <a:cubicBezTo>
                      <a:pt x="691" y="2409"/>
                      <a:pt x="681" y="2409"/>
                      <a:pt x="668" y="2409"/>
                    </a:cubicBezTo>
                    <a:cubicBezTo>
                      <a:pt x="640" y="2409"/>
                      <a:pt x="617" y="2403"/>
                      <a:pt x="602" y="2390"/>
                    </a:cubicBezTo>
                    <a:cubicBezTo>
                      <a:pt x="584" y="2376"/>
                      <a:pt x="577" y="2351"/>
                      <a:pt x="577" y="2303"/>
                    </a:cubicBezTo>
                    <a:cubicBezTo>
                      <a:pt x="577" y="2139"/>
                      <a:pt x="577" y="2139"/>
                      <a:pt x="577" y="2139"/>
                    </a:cubicBezTo>
                    <a:cubicBezTo>
                      <a:pt x="573" y="2139"/>
                      <a:pt x="573" y="2139"/>
                      <a:pt x="573" y="2139"/>
                    </a:cubicBezTo>
                    <a:cubicBezTo>
                      <a:pt x="558" y="2139"/>
                      <a:pt x="538" y="2142"/>
                      <a:pt x="515" y="2146"/>
                    </a:cubicBezTo>
                    <a:lnTo>
                      <a:pt x="552" y="2076"/>
                    </a:lnTo>
                    <a:close/>
                    <a:moveTo>
                      <a:pt x="429" y="2242"/>
                    </a:moveTo>
                    <a:cubicBezTo>
                      <a:pt x="420" y="2226"/>
                      <a:pt x="406" y="2218"/>
                      <a:pt x="369" y="2206"/>
                    </a:cubicBezTo>
                    <a:cubicBezTo>
                      <a:pt x="363" y="2204"/>
                      <a:pt x="352" y="2200"/>
                      <a:pt x="335" y="2193"/>
                    </a:cubicBezTo>
                    <a:cubicBezTo>
                      <a:pt x="288" y="2176"/>
                      <a:pt x="271" y="2169"/>
                      <a:pt x="251" y="2157"/>
                    </a:cubicBezTo>
                    <a:cubicBezTo>
                      <a:pt x="215" y="2134"/>
                      <a:pt x="198" y="2106"/>
                      <a:pt x="198" y="2068"/>
                    </a:cubicBezTo>
                    <a:cubicBezTo>
                      <a:pt x="198" y="1987"/>
                      <a:pt x="263" y="1940"/>
                      <a:pt x="377" y="1940"/>
                    </a:cubicBezTo>
                    <a:cubicBezTo>
                      <a:pt x="403" y="1940"/>
                      <a:pt x="414" y="1941"/>
                      <a:pt x="464" y="1948"/>
                    </a:cubicBezTo>
                    <a:cubicBezTo>
                      <a:pt x="476" y="1950"/>
                      <a:pt x="476" y="1950"/>
                      <a:pt x="476" y="1950"/>
                    </a:cubicBezTo>
                    <a:cubicBezTo>
                      <a:pt x="489" y="2047"/>
                      <a:pt x="489" y="2047"/>
                      <a:pt x="489" y="2047"/>
                    </a:cubicBezTo>
                    <a:cubicBezTo>
                      <a:pt x="462" y="2030"/>
                      <a:pt x="453" y="2026"/>
                      <a:pt x="441" y="2020"/>
                    </a:cubicBezTo>
                    <a:cubicBezTo>
                      <a:pt x="417" y="2010"/>
                      <a:pt x="388" y="2004"/>
                      <a:pt x="363" y="2004"/>
                    </a:cubicBezTo>
                    <a:cubicBezTo>
                      <a:pt x="314" y="2004"/>
                      <a:pt x="283" y="2024"/>
                      <a:pt x="283" y="2055"/>
                    </a:cubicBezTo>
                    <a:cubicBezTo>
                      <a:pt x="283" y="2068"/>
                      <a:pt x="286" y="2078"/>
                      <a:pt x="293" y="2085"/>
                    </a:cubicBezTo>
                    <a:cubicBezTo>
                      <a:pt x="306" y="2099"/>
                      <a:pt x="326" y="2108"/>
                      <a:pt x="383" y="2127"/>
                    </a:cubicBezTo>
                    <a:cubicBezTo>
                      <a:pt x="449" y="2150"/>
                      <a:pt x="463" y="2157"/>
                      <a:pt x="485" y="2176"/>
                    </a:cubicBezTo>
                    <a:cubicBezTo>
                      <a:pt x="508" y="2197"/>
                      <a:pt x="522" y="2229"/>
                      <a:pt x="522" y="2264"/>
                    </a:cubicBezTo>
                    <a:cubicBezTo>
                      <a:pt x="522" y="2351"/>
                      <a:pt x="445" y="2408"/>
                      <a:pt x="327" y="2408"/>
                    </a:cubicBezTo>
                    <a:cubicBezTo>
                      <a:pt x="289" y="2408"/>
                      <a:pt x="248" y="2403"/>
                      <a:pt x="197" y="2391"/>
                    </a:cubicBezTo>
                    <a:cubicBezTo>
                      <a:pt x="185" y="2292"/>
                      <a:pt x="185" y="2292"/>
                      <a:pt x="185" y="2292"/>
                    </a:cubicBezTo>
                    <a:cubicBezTo>
                      <a:pt x="203" y="2304"/>
                      <a:pt x="209" y="2307"/>
                      <a:pt x="220" y="2313"/>
                    </a:cubicBezTo>
                    <a:cubicBezTo>
                      <a:pt x="258" y="2333"/>
                      <a:pt x="297" y="2343"/>
                      <a:pt x="334" y="2343"/>
                    </a:cubicBezTo>
                    <a:cubicBezTo>
                      <a:pt x="396" y="2343"/>
                      <a:pt x="438" y="2315"/>
                      <a:pt x="438" y="2273"/>
                    </a:cubicBezTo>
                    <a:cubicBezTo>
                      <a:pt x="438" y="2262"/>
                      <a:pt x="434" y="2250"/>
                      <a:pt x="429" y="2242"/>
                    </a:cubicBezTo>
                    <a:close/>
                    <a:moveTo>
                      <a:pt x="1567" y="2781"/>
                    </a:moveTo>
                    <a:cubicBezTo>
                      <a:pt x="1546" y="2832"/>
                      <a:pt x="1546" y="2832"/>
                      <a:pt x="1546" y="2832"/>
                    </a:cubicBezTo>
                    <a:cubicBezTo>
                      <a:pt x="928" y="4214"/>
                      <a:pt x="928" y="4214"/>
                      <a:pt x="928" y="4214"/>
                    </a:cubicBezTo>
                    <a:cubicBezTo>
                      <a:pt x="322" y="2844"/>
                      <a:pt x="322" y="2844"/>
                      <a:pt x="322" y="2844"/>
                    </a:cubicBezTo>
                    <a:cubicBezTo>
                      <a:pt x="315" y="2832"/>
                      <a:pt x="307" y="2810"/>
                      <a:pt x="292" y="2781"/>
                    </a:cubicBezTo>
                    <a:cubicBezTo>
                      <a:pt x="279" y="2753"/>
                      <a:pt x="267" y="2732"/>
                      <a:pt x="256" y="2710"/>
                    </a:cubicBezTo>
                    <a:cubicBezTo>
                      <a:pt x="231" y="2660"/>
                      <a:pt x="203" y="2628"/>
                      <a:pt x="156" y="2588"/>
                    </a:cubicBezTo>
                    <a:cubicBezTo>
                      <a:pt x="586" y="2588"/>
                      <a:pt x="586" y="2588"/>
                      <a:pt x="586" y="2588"/>
                    </a:cubicBezTo>
                    <a:cubicBezTo>
                      <a:pt x="554" y="2616"/>
                      <a:pt x="548" y="2631"/>
                      <a:pt x="548" y="2665"/>
                    </a:cubicBezTo>
                    <a:cubicBezTo>
                      <a:pt x="548" y="2691"/>
                      <a:pt x="565" y="2758"/>
                      <a:pt x="584" y="2801"/>
                    </a:cubicBezTo>
                    <a:cubicBezTo>
                      <a:pt x="952" y="3644"/>
                      <a:pt x="952" y="3644"/>
                      <a:pt x="952" y="3644"/>
                    </a:cubicBezTo>
                    <a:cubicBezTo>
                      <a:pt x="1330" y="2779"/>
                      <a:pt x="1330" y="2779"/>
                      <a:pt x="1330" y="2779"/>
                    </a:cubicBezTo>
                    <a:cubicBezTo>
                      <a:pt x="1349" y="2737"/>
                      <a:pt x="1364" y="2681"/>
                      <a:pt x="1364" y="2657"/>
                    </a:cubicBezTo>
                    <a:cubicBezTo>
                      <a:pt x="1364" y="2631"/>
                      <a:pt x="1355" y="2611"/>
                      <a:pt x="1330" y="2588"/>
                    </a:cubicBezTo>
                    <a:cubicBezTo>
                      <a:pt x="1700" y="2588"/>
                      <a:pt x="1700" y="2588"/>
                      <a:pt x="1700" y="2588"/>
                    </a:cubicBezTo>
                    <a:cubicBezTo>
                      <a:pt x="1626" y="2650"/>
                      <a:pt x="1615" y="2667"/>
                      <a:pt x="1567" y="2781"/>
                    </a:cubicBezTo>
                    <a:close/>
                    <a:moveTo>
                      <a:pt x="1683" y="4186"/>
                    </a:moveTo>
                    <a:cubicBezTo>
                      <a:pt x="1740" y="4148"/>
                      <a:pt x="1757" y="4102"/>
                      <a:pt x="1757" y="4004"/>
                    </a:cubicBezTo>
                    <a:cubicBezTo>
                      <a:pt x="1757" y="3352"/>
                      <a:pt x="1757" y="3352"/>
                      <a:pt x="1757" y="3352"/>
                    </a:cubicBezTo>
                    <a:cubicBezTo>
                      <a:pt x="1757" y="3297"/>
                      <a:pt x="1757" y="3297"/>
                      <a:pt x="1757" y="3297"/>
                    </a:cubicBezTo>
                    <a:cubicBezTo>
                      <a:pt x="1757" y="3237"/>
                      <a:pt x="1757" y="3237"/>
                      <a:pt x="1757" y="3237"/>
                    </a:cubicBezTo>
                    <a:cubicBezTo>
                      <a:pt x="1755" y="3144"/>
                      <a:pt x="1747" y="3117"/>
                      <a:pt x="1702" y="3074"/>
                    </a:cubicBezTo>
                    <a:cubicBezTo>
                      <a:pt x="2007" y="2971"/>
                      <a:pt x="2007" y="2971"/>
                      <a:pt x="2007" y="2971"/>
                    </a:cubicBezTo>
                    <a:cubicBezTo>
                      <a:pt x="2007" y="4004"/>
                      <a:pt x="2007" y="4004"/>
                      <a:pt x="2007" y="4004"/>
                    </a:cubicBezTo>
                    <a:cubicBezTo>
                      <a:pt x="2007" y="4102"/>
                      <a:pt x="2026" y="4148"/>
                      <a:pt x="2080" y="4186"/>
                    </a:cubicBezTo>
                    <a:lnTo>
                      <a:pt x="1683" y="4186"/>
                    </a:lnTo>
                    <a:close/>
                    <a:moveTo>
                      <a:pt x="1966" y="2354"/>
                    </a:moveTo>
                    <a:cubicBezTo>
                      <a:pt x="1911" y="2310"/>
                      <a:pt x="1881" y="2247"/>
                      <a:pt x="1881" y="2174"/>
                    </a:cubicBezTo>
                    <a:cubicBezTo>
                      <a:pt x="1881" y="2037"/>
                      <a:pt x="1989" y="1940"/>
                      <a:pt x="2145" y="1940"/>
                    </a:cubicBezTo>
                    <a:cubicBezTo>
                      <a:pt x="2160" y="1940"/>
                      <a:pt x="2177" y="1941"/>
                      <a:pt x="2194" y="1943"/>
                    </a:cubicBezTo>
                    <a:cubicBezTo>
                      <a:pt x="2220" y="1946"/>
                      <a:pt x="2237" y="1949"/>
                      <a:pt x="2280" y="1959"/>
                    </a:cubicBezTo>
                    <a:cubicBezTo>
                      <a:pt x="2290" y="2062"/>
                      <a:pt x="2290" y="2062"/>
                      <a:pt x="2290" y="2062"/>
                    </a:cubicBezTo>
                    <a:cubicBezTo>
                      <a:pt x="2235" y="2020"/>
                      <a:pt x="2191" y="2003"/>
                      <a:pt x="2140" y="2003"/>
                    </a:cubicBezTo>
                    <a:cubicBezTo>
                      <a:pt x="2037" y="2003"/>
                      <a:pt x="1969" y="2070"/>
                      <a:pt x="1969" y="2174"/>
                    </a:cubicBezTo>
                    <a:cubicBezTo>
                      <a:pt x="1969" y="2278"/>
                      <a:pt x="2039" y="2345"/>
                      <a:pt x="2147" y="2345"/>
                    </a:cubicBezTo>
                    <a:cubicBezTo>
                      <a:pt x="2179" y="2345"/>
                      <a:pt x="2204" y="2339"/>
                      <a:pt x="2230" y="2328"/>
                    </a:cubicBezTo>
                    <a:cubicBezTo>
                      <a:pt x="2230" y="2215"/>
                      <a:pt x="2230" y="2215"/>
                      <a:pt x="2230" y="2215"/>
                    </a:cubicBezTo>
                    <a:cubicBezTo>
                      <a:pt x="2230" y="2187"/>
                      <a:pt x="2224" y="2174"/>
                      <a:pt x="2207" y="2163"/>
                    </a:cubicBezTo>
                    <a:cubicBezTo>
                      <a:pt x="2335" y="2163"/>
                      <a:pt x="2335" y="2163"/>
                      <a:pt x="2335" y="2163"/>
                    </a:cubicBezTo>
                    <a:cubicBezTo>
                      <a:pt x="2317" y="2174"/>
                      <a:pt x="2311" y="2187"/>
                      <a:pt x="2311" y="2215"/>
                    </a:cubicBezTo>
                    <a:cubicBezTo>
                      <a:pt x="2311" y="2346"/>
                      <a:pt x="2311" y="2346"/>
                      <a:pt x="2311" y="2346"/>
                    </a:cubicBezTo>
                    <a:cubicBezTo>
                      <a:pt x="2311" y="2364"/>
                      <a:pt x="2313" y="2371"/>
                      <a:pt x="2319" y="2380"/>
                    </a:cubicBezTo>
                    <a:cubicBezTo>
                      <a:pt x="2262" y="2398"/>
                      <a:pt x="2195" y="2408"/>
                      <a:pt x="2137" y="2408"/>
                    </a:cubicBezTo>
                    <a:cubicBezTo>
                      <a:pt x="2065" y="2408"/>
                      <a:pt x="2012" y="2391"/>
                      <a:pt x="1966" y="2354"/>
                    </a:cubicBezTo>
                    <a:close/>
                    <a:moveTo>
                      <a:pt x="3083" y="4177"/>
                    </a:moveTo>
                    <a:cubicBezTo>
                      <a:pt x="3047" y="4184"/>
                      <a:pt x="3047" y="4184"/>
                      <a:pt x="3047" y="4184"/>
                    </a:cubicBezTo>
                    <a:cubicBezTo>
                      <a:pt x="2907" y="4214"/>
                      <a:pt x="2875" y="4217"/>
                      <a:pt x="2772" y="4217"/>
                    </a:cubicBezTo>
                    <a:cubicBezTo>
                      <a:pt x="2575" y="4217"/>
                      <a:pt x="2444" y="4174"/>
                      <a:pt x="2332" y="4073"/>
                    </a:cubicBezTo>
                    <a:cubicBezTo>
                      <a:pt x="2212" y="3963"/>
                      <a:pt x="2146" y="3802"/>
                      <a:pt x="2146" y="3618"/>
                    </a:cubicBezTo>
                    <a:cubicBezTo>
                      <a:pt x="2146" y="3256"/>
                      <a:pt x="2391" y="3012"/>
                      <a:pt x="2753" y="3012"/>
                    </a:cubicBezTo>
                    <a:cubicBezTo>
                      <a:pt x="2825" y="3012"/>
                      <a:pt x="2920" y="3021"/>
                      <a:pt x="3025" y="3038"/>
                    </a:cubicBezTo>
                    <a:cubicBezTo>
                      <a:pt x="3047" y="3040"/>
                      <a:pt x="3047" y="3040"/>
                      <a:pt x="3047" y="3040"/>
                    </a:cubicBezTo>
                    <a:cubicBezTo>
                      <a:pt x="3087" y="3335"/>
                      <a:pt x="3087" y="3335"/>
                      <a:pt x="3087" y="3335"/>
                    </a:cubicBezTo>
                    <a:cubicBezTo>
                      <a:pt x="2977" y="3268"/>
                      <a:pt x="2867" y="3235"/>
                      <a:pt x="2753" y="3235"/>
                    </a:cubicBezTo>
                    <a:cubicBezTo>
                      <a:pt x="2545" y="3235"/>
                      <a:pt x="2415" y="3383"/>
                      <a:pt x="2415" y="3616"/>
                    </a:cubicBezTo>
                    <a:cubicBezTo>
                      <a:pt x="2415" y="3850"/>
                      <a:pt x="2548" y="3999"/>
                      <a:pt x="2755" y="3999"/>
                    </a:cubicBezTo>
                    <a:cubicBezTo>
                      <a:pt x="2818" y="3999"/>
                      <a:pt x="2884" y="3985"/>
                      <a:pt x="2965" y="3956"/>
                    </a:cubicBezTo>
                    <a:cubicBezTo>
                      <a:pt x="3030" y="3930"/>
                      <a:pt x="3062" y="3915"/>
                      <a:pt x="3138" y="3863"/>
                    </a:cubicBezTo>
                    <a:lnTo>
                      <a:pt x="3083" y="4177"/>
                    </a:lnTo>
                    <a:close/>
                    <a:moveTo>
                      <a:pt x="3878" y="4195"/>
                    </a:moveTo>
                    <a:cubicBezTo>
                      <a:pt x="3814" y="4205"/>
                      <a:pt x="3814" y="4205"/>
                      <a:pt x="3814" y="4205"/>
                    </a:cubicBezTo>
                    <a:cubicBezTo>
                      <a:pt x="3727" y="4217"/>
                      <a:pt x="3696" y="4219"/>
                      <a:pt x="3656" y="4219"/>
                    </a:cubicBezTo>
                    <a:cubicBezTo>
                      <a:pt x="3567" y="4219"/>
                      <a:pt x="3495" y="4198"/>
                      <a:pt x="3447" y="4153"/>
                    </a:cubicBezTo>
                    <a:cubicBezTo>
                      <a:pt x="3390" y="4102"/>
                      <a:pt x="3366" y="4013"/>
                      <a:pt x="3366" y="3843"/>
                    </a:cubicBezTo>
                    <a:cubicBezTo>
                      <a:pt x="3366" y="3263"/>
                      <a:pt x="3366" y="3263"/>
                      <a:pt x="3366" y="3263"/>
                    </a:cubicBezTo>
                    <a:cubicBezTo>
                      <a:pt x="3356" y="3263"/>
                      <a:pt x="3356" y="3263"/>
                      <a:pt x="3356" y="3263"/>
                    </a:cubicBezTo>
                    <a:cubicBezTo>
                      <a:pt x="3307" y="3263"/>
                      <a:pt x="3243" y="3273"/>
                      <a:pt x="3172" y="3290"/>
                    </a:cubicBezTo>
                    <a:cubicBezTo>
                      <a:pt x="3288" y="3043"/>
                      <a:pt x="3288" y="3043"/>
                      <a:pt x="3288" y="3043"/>
                    </a:cubicBezTo>
                    <a:cubicBezTo>
                      <a:pt x="3366" y="3043"/>
                      <a:pt x="3366" y="3043"/>
                      <a:pt x="3366" y="3043"/>
                    </a:cubicBezTo>
                    <a:cubicBezTo>
                      <a:pt x="3366" y="2777"/>
                      <a:pt x="3366" y="2777"/>
                      <a:pt x="3366" y="2777"/>
                    </a:cubicBezTo>
                    <a:cubicBezTo>
                      <a:pt x="3618" y="2696"/>
                      <a:pt x="3618" y="2696"/>
                      <a:pt x="3618" y="2696"/>
                    </a:cubicBezTo>
                    <a:cubicBezTo>
                      <a:pt x="3618" y="3043"/>
                      <a:pt x="3618" y="3043"/>
                      <a:pt x="3618" y="3043"/>
                    </a:cubicBezTo>
                    <a:cubicBezTo>
                      <a:pt x="3709" y="3043"/>
                      <a:pt x="3709" y="3043"/>
                      <a:pt x="3709" y="3043"/>
                    </a:cubicBezTo>
                    <a:cubicBezTo>
                      <a:pt x="3719" y="3043"/>
                      <a:pt x="3734" y="3043"/>
                      <a:pt x="3755" y="3040"/>
                    </a:cubicBezTo>
                    <a:cubicBezTo>
                      <a:pt x="3780" y="3038"/>
                      <a:pt x="3800" y="3035"/>
                      <a:pt x="3814" y="3033"/>
                    </a:cubicBezTo>
                    <a:cubicBezTo>
                      <a:pt x="3844" y="3028"/>
                      <a:pt x="3859" y="3024"/>
                      <a:pt x="3899" y="3014"/>
                    </a:cubicBezTo>
                    <a:cubicBezTo>
                      <a:pt x="3783" y="3263"/>
                      <a:pt x="3783" y="3263"/>
                      <a:pt x="3783" y="3263"/>
                    </a:cubicBezTo>
                    <a:cubicBezTo>
                      <a:pt x="3618" y="3263"/>
                      <a:pt x="3618" y="3263"/>
                      <a:pt x="3618" y="3263"/>
                    </a:cubicBezTo>
                    <a:cubicBezTo>
                      <a:pt x="3618" y="3841"/>
                      <a:pt x="3618" y="3841"/>
                      <a:pt x="3618" y="3841"/>
                    </a:cubicBezTo>
                    <a:cubicBezTo>
                      <a:pt x="3618" y="3956"/>
                      <a:pt x="3639" y="3992"/>
                      <a:pt x="3709" y="3992"/>
                    </a:cubicBezTo>
                    <a:cubicBezTo>
                      <a:pt x="3783" y="3992"/>
                      <a:pt x="3840" y="3977"/>
                      <a:pt x="3946" y="3935"/>
                    </a:cubicBezTo>
                    <a:lnTo>
                      <a:pt x="3878" y="4195"/>
                    </a:lnTo>
                    <a:close/>
                    <a:moveTo>
                      <a:pt x="4578" y="4217"/>
                    </a:moveTo>
                    <a:cubicBezTo>
                      <a:pt x="4235" y="4217"/>
                      <a:pt x="4002" y="3977"/>
                      <a:pt x="4002" y="3623"/>
                    </a:cubicBezTo>
                    <a:cubicBezTo>
                      <a:pt x="4002" y="3266"/>
                      <a:pt x="4243" y="3012"/>
                      <a:pt x="4584" y="3012"/>
                    </a:cubicBezTo>
                    <a:cubicBezTo>
                      <a:pt x="4924" y="3012"/>
                      <a:pt x="5153" y="3244"/>
                      <a:pt x="5153" y="3592"/>
                    </a:cubicBezTo>
                    <a:cubicBezTo>
                      <a:pt x="5153" y="3959"/>
                      <a:pt x="4916" y="4217"/>
                      <a:pt x="4578" y="4217"/>
                    </a:cubicBezTo>
                    <a:close/>
                    <a:moveTo>
                      <a:pt x="5203" y="2147"/>
                    </a:moveTo>
                    <a:cubicBezTo>
                      <a:pt x="5192" y="2134"/>
                      <a:pt x="5176" y="2128"/>
                      <a:pt x="5153" y="2128"/>
                    </a:cubicBezTo>
                    <a:cubicBezTo>
                      <a:pt x="5109" y="2128"/>
                      <a:pt x="5078" y="2157"/>
                      <a:pt x="5078" y="2199"/>
                    </a:cubicBezTo>
                    <a:cubicBezTo>
                      <a:pt x="5078" y="2348"/>
                      <a:pt x="5078" y="2348"/>
                      <a:pt x="5078" y="2348"/>
                    </a:cubicBezTo>
                    <a:cubicBezTo>
                      <a:pt x="5078" y="2376"/>
                      <a:pt x="5084" y="2389"/>
                      <a:pt x="5101" y="2400"/>
                    </a:cubicBezTo>
                    <a:cubicBezTo>
                      <a:pt x="4975" y="2400"/>
                      <a:pt x="4975" y="2400"/>
                      <a:pt x="4975" y="2400"/>
                    </a:cubicBezTo>
                    <a:cubicBezTo>
                      <a:pt x="4993" y="2389"/>
                      <a:pt x="4998" y="2376"/>
                      <a:pt x="4998" y="2348"/>
                    </a:cubicBezTo>
                    <a:cubicBezTo>
                      <a:pt x="4998" y="2173"/>
                      <a:pt x="4998" y="2173"/>
                      <a:pt x="4998" y="2173"/>
                    </a:cubicBezTo>
                    <a:cubicBezTo>
                      <a:pt x="4998" y="2158"/>
                      <a:pt x="4998" y="2158"/>
                      <a:pt x="4998" y="2158"/>
                    </a:cubicBezTo>
                    <a:cubicBezTo>
                      <a:pt x="4998" y="2140"/>
                      <a:pt x="4998" y="2140"/>
                      <a:pt x="4998" y="2140"/>
                    </a:cubicBezTo>
                    <a:cubicBezTo>
                      <a:pt x="4998" y="2115"/>
                      <a:pt x="4995" y="2107"/>
                      <a:pt x="4981" y="2095"/>
                    </a:cubicBezTo>
                    <a:cubicBezTo>
                      <a:pt x="5078" y="2066"/>
                      <a:pt x="5078" y="2066"/>
                      <a:pt x="5078" y="2066"/>
                    </a:cubicBezTo>
                    <a:cubicBezTo>
                      <a:pt x="5078" y="2094"/>
                      <a:pt x="5078" y="2094"/>
                      <a:pt x="5078" y="2094"/>
                    </a:cubicBezTo>
                    <a:cubicBezTo>
                      <a:pt x="5109" y="2075"/>
                      <a:pt x="5131" y="2068"/>
                      <a:pt x="5164" y="2068"/>
                    </a:cubicBezTo>
                    <a:cubicBezTo>
                      <a:pt x="5209" y="2068"/>
                      <a:pt x="5249" y="2083"/>
                      <a:pt x="5271" y="2110"/>
                    </a:cubicBezTo>
                    <a:cubicBezTo>
                      <a:pt x="5290" y="2133"/>
                      <a:pt x="5295" y="2162"/>
                      <a:pt x="5295" y="2235"/>
                    </a:cubicBezTo>
                    <a:cubicBezTo>
                      <a:pt x="5295" y="2348"/>
                      <a:pt x="5295" y="2348"/>
                      <a:pt x="5295" y="2348"/>
                    </a:cubicBezTo>
                    <a:cubicBezTo>
                      <a:pt x="5295" y="2376"/>
                      <a:pt x="5301" y="2389"/>
                      <a:pt x="5319" y="2400"/>
                    </a:cubicBezTo>
                    <a:cubicBezTo>
                      <a:pt x="5193" y="2400"/>
                      <a:pt x="5193" y="2400"/>
                      <a:pt x="5193" y="2400"/>
                    </a:cubicBezTo>
                    <a:cubicBezTo>
                      <a:pt x="5210" y="2389"/>
                      <a:pt x="5216" y="2376"/>
                      <a:pt x="5216" y="2348"/>
                    </a:cubicBezTo>
                    <a:cubicBezTo>
                      <a:pt x="5216" y="2220"/>
                      <a:pt x="5216" y="2220"/>
                      <a:pt x="5216" y="2220"/>
                    </a:cubicBezTo>
                    <a:cubicBezTo>
                      <a:pt x="5216" y="2196"/>
                      <a:pt x="5216" y="2196"/>
                      <a:pt x="5216" y="2196"/>
                    </a:cubicBezTo>
                    <a:cubicBezTo>
                      <a:pt x="5215" y="2169"/>
                      <a:pt x="5213" y="2159"/>
                      <a:pt x="5203" y="2147"/>
                    </a:cubicBezTo>
                    <a:close/>
                    <a:moveTo>
                      <a:pt x="5897" y="3321"/>
                    </a:moveTo>
                    <a:cubicBezTo>
                      <a:pt x="5832" y="3282"/>
                      <a:pt x="5802" y="3273"/>
                      <a:pt x="5751" y="3273"/>
                    </a:cubicBezTo>
                    <a:cubicBezTo>
                      <a:pt x="5620" y="3273"/>
                      <a:pt x="5538" y="3386"/>
                      <a:pt x="5538" y="3565"/>
                    </a:cubicBezTo>
                    <a:cubicBezTo>
                      <a:pt x="5538" y="4004"/>
                      <a:pt x="5538" y="4004"/>
                      <a:pt x="5538" y="4004"/>
                    </a:cubicBezTo>
                    <a:cubicBezTo>
                      <a:pt x="5538" y="4102"/>
                      <a:pt x="5557" y="4148"/>
                      <a:pt x="5612" y="4186"/>
                    </a:cubicBezTo>
                    <a:cubicBezTo>
                      <a:pt x="5214" y="4186"/>
                      <a:pt x="5214" y="4186"/>
                      <a:pt x="5214" y="4186"/>
                    </a:cubicBezTo>
                    <a:cubicBezTo>
                      <a:pt x="5271" y="4148"/>
                      <a:pt x="5288" y="4102"/>
                      <a:pt x="5288" y="4004"/>
                    </a:cubicBezTo>
                    <a:cubicBezTo>
                      <a:pt x="5288" y="3383"/>
                      <a:pt x="5288" y="3383"/>
                      <a:pt x="5288" y="3383"/>
                    </a:cubicBezTo>
                    <a:cubicBezTo>
                      <a:pt x="5288" y="3331"/>
                      <a:pt x="5288" y="3331"/>
                      <a:pt x="5288" y="3331"/>
                    </a:cubicBezTo>
                    <a:cubicBezTo>
                      <a:pt x="5288" y="3268"/>
                      <a:pt x="5288" y="3268"/>
                      <a:pt x="5288" y="3268"/>
                    </a:cubicBezTo>
                    <a:cubicBezTo>
                      <a:pt x="5286" y="3177"/>
                      <a:pt x="5278" y="3151"/>
                      <a:pt x="5233" y="3108"/>
                    </a:cubicBezTo>
                    <a:cubicBezTo>
                      <a:pt x="5538" y="3005"/>
                      <a:pt x="5538" y="3005"/>
                      <a:pt x="5538" y="3005"/>
                    </a:cubicBezTo>
                    <a:cubicBezTo>
                      <a:pt x="5538" y="3127"/>
                      <a:pt x="5538" y="3127"/>
                      <a:pt x="5538" y="3127"/>
                    </a:cubicBezTo>
                    <a:cubicBezTo>
                      <a:pt x="5614" y="3052"/>
                      <a:pt x="5688" y="3024"/>
                      <a:pt x="5798" y="3024"/>
                    </a:cubicBezTo>
                    <a:cubicBezTo>
                      <a:pt x="5838" y="3024"/>
                      <a:pt x="5855" y="3026"/>
                      <a:pt x="5897" y="3035"/>
                    </a:cubicBezTo>
                    <a:lnTo>
                      <a:pt x="5897" y="3321"/>
                    </a:lnTo>
                    <a:close/>
                    <a:moveTo>
                      <a:pt x="5988" y="4186"/>
                    </a:moveTo>
                    <a:cubicBezTo>
                      <a:pt x="6045" y="4148"/>
                      <a:pt x="6062" y="4102"/>
                      <a:pt x="6062" y="4004"/>
                    </a:cubicBezTo>
                    <a:cubicBezTo>
                      <a:pt x="6062" y="3352"/>
                      <a:pt x="6062" y="3352"/>
                      <a:pt x="6062" y="3352"/>
                    </a:cubicBezTo>
                    <a:cubicBezTo>
                      <a:pt x="6062" y="3297"/>
                      <a:pt x="6062" y="3297"/>
                      <a:pt x="6062" y="3297"/>
                    </a:cubicBezTo>
                    <a:cubicBezTo>
                      <a:pt x="6062" y="3237"/>
                      <a:pt x="6062" y="3237"/>
                      <a:pt x="6062" y="3237"/>
                    </a:cubicBezTo>
                    <a:cubicBezTo>
                      <a:pt x="6060" y="3144"/>
                      <a:pt x="6051" y="3117"/>
                      <a:pt x="6007" y="3074"/>
                    </a:cubicBezTo>
                    <a:cubicBezTo>
                      <a:pt x="6312" y="2971"/>
                      <a:pt x="6312" y="2971"/>
                      <a:pt x="6312" y="2971"/>
                    </a:cubicBezTo>
                    <a:cubicBezTo>
                      <a:pt x="6312" y="4004"/>
                      <a:pt x="6312" y="4004"/>
                      <a:pt x="6312" y="4004"/>
                    </a:cubicBezTo>
                    <a:cubicBezTo>
                      <a:pt x="6312" y="4102"/>
                      <a:pt x="6331" y="4148"/>
                      <a:pt x="6385" y="4186"/>
                    </a:cubicBezTo>
                    <a:lnTo>
                      <a:pt x="5988" y="4186"/>
                    </a:lnTo>
                    <a:close/>
                    <a:moveTo>
                      <a:pt x="7231" y="4186"/>
                    </a:moveTo>
                    <a:cubicBezTo>
                      <a:pt x="7227" y="4160"/>
                      <a:pt x="7225" y="4138"/>
                      <a:pt x="7223" y="4083"/>
                    </a:cubicBezTo>
                    <a:cubicBezTo>
                      <a:pt x="7144" y="4174"/>
                      <a:pt x="7033" y="4217"/>
                      <a:pt x="6882" y="4217"/>
                    </a:cubicBezTo>
                    <a:cubicBezTo>
                      <a:pt x="6618" y="4217"/>
                      <a:pt x="6464" y="4081"/>
                      <a:pt x="6464" y="3848"/>
                    </a:cubicBezTo>
                    <a:cubicBezTo>
                      <a:pt x="6464" y="3572"/>
                      <a:pt x="6671" y="3422"/>
                      <a:pt x="7045" y="3422"/>
                    </a:cubicBezTo>
                    <a:cubicBezTo>
                      <a:pt x="7087" y="3422"/>
                      <a:pt x="7117" y="3424"/>
                      <a:pt x="7185" y="3431"/>
                    </a:cubicBezTo>
                    <a:cubicBezTo>
                      <a:pt x="7185" y="3362"/>
                      <a:pt x="7182" y="3345"/>
                      <a:pt x="7172" y="3318"/>
                    </a:cubicBezTo>
                    <a:cubicBezTo>
                      <a:pt x="7146" y="3256"/>
                      <a:pt x="7077" y="3225"/>
                      <a:pt x="6956" y="3225"/>
                    </a:cubicBezTo>
                    <a:cubicBezTo>
                      <a:pt x="6882" y="3225"/>
                      <a:pt x="6813" y="3235"/>
                      <a:pt x="6749" y="3254"/>
                    </a:cubicBezTo>
                    <a:cubicBezTo>
                      <a:pt x="6681" y="3273"/>
                      <a:pt x="6637" y="3292"/>
                      <a:pt x="6534" y="3350"/>
                    </a:cubicBezTo>
                    <a:cubicBezTo>
                      <a:pt x="6611" y="3043"/>
                      <a:pt x="6611" y="3043"/>
                      <a:pt x="6611" y="3043"/>
                    </a:cubicBezTo>
                    <a:cubicBezTo>
                      <a:pt x="6647" y="3038"/>
                      <a:pt x="6675" y="3033"/>
                      <a:pt x="6692" y="3031"/>
                    </a:cubicBezTo>
                    <a:cubicBezTo>
                      <a:pt x="6789" y="3016"/>
                      <a:pt x="6850" y="3012"/>
                      <a:pt x="6933" y="3012"/>
                    </a:cubicBezTo>
                    <a:cubicBezTo>
                      <a:pt x="7067" y="3012"/>
                      <a:pt x="7161" y="3026"/>
                      <a:pt x="7250" y="3059"/>
                    </a:cubicBezTo>
                    <a:cubicBezTo>
                      <a:pt x="7305" y="3081"/>
                      <a:pt x="7349" y="3112"/>
                      <a:pt x="7377" y="3148"/>
                    </a:cubicBezTo>
                    <a:cubicBezTo>
                      <a:pt x="7419" y="3206"/>
                      <a:pt x="7432" y="3270"/>
                      <a:pt x="7432" y="3463"/>
                    </a:cubicBezTo>
                    <a:cubicBezTo>
                      <a:pt x="7432" y="3865"/>
                      <a:pt x="7432" y="3865"/>
                      <a:pt x="7432" y="3865"/>
                    </a:cubicBezTo>
                    <a:cubicBezTo>
                      <a:pt x="7432" y="3947"/>
                      <a:pt x="7436" y="4004"/>
                      <a:pt x="7447" y="4066"/>
                    </a:cubicBezTo>
                    <a:cubicBezTo>
                      <a:pt x="7455" y="4116"/>
                      <a:pt x="7462" y="4138"/>
                      <a:pt x="7483" y="4186"/>
                    </a:cubicBezTo>
                    <a:lnTo>
                      <a:pt x="7231" y="4186"/>
                    </a:ln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5" name="Freeform 38"/>
              <p:cNvSpPr>
                <a:spLocks noChangeAspect="1"/>
              </p:cNvSpPr>
              <p:nvPr/>
            </p:nvSpPr>
            <p:spPr bwMode="black">
              <a:xfrm>
                <a:off x="-1342" y="5518"/>
                <a:ext cx="1110" cy="938"/>
              </a:xfrm>
              <a:custGeom>
                <a:avLst/>
                <a:gdLst>
                  <a:gd name="T0" fmla="*/ 55838 w 470"/>
                  <a:gd name="T1" fmla="*/ 0 h 397"/>
                  <a:gd name="T2" fmla="*/ 0 w 470"/>
                  <a:gd name="T3" fmla="*/ 36152 h 397"/>
                  <a:gd name="T4" fmla="*/ 35551 w 470"/>
                  <a:gd name="T5" fmla="*/ 69060 h 397"/>
                  <a:gd name="T6" fmla="*/ 81540 w 470"/>
                  <a:gd name="T7" fmla="*/ 13772 h 397"/>
                  <a:gd name="T8" fmla="*/ 81200 w 470"/>
                  <a:gd name="T9" fmla="*/ 1557 h 397"/>
                  <a:gd name="T10" fmla="*/ 55838 w 47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0" h="397">
                    <a:moveTo>
                      <a:pt x="322" y="0"/>
                    </a:moveTo>
                    <a:cubicBezTo>
                      <a:pt x="113" y="0"/>
                      <a:pt x="0" y="74"/>
                      <a:pt x="0" y="208"/>
                    </a:cubicBezTo>
                    <a:cubicBezTo>
                      <a:pt x="0" y="323"/>
                      <a:pt x="81" y="397"/>
                      <a:pt x="205" y="397"/>
                    </a:cubicBezTo>
                    <a:cubicBezTo>
                      <a:pt x="376" y="397"/>
                      <a:pt x="470" y="285"/>
                      <a:pt x="470" y="79"/>
                    </a:cubicBezTo>
                    <a:cubicBezTo>
                      <a:pt x="470" y="57"/>
                      <a:pt x="470" y="33"/>
                      <a:pt x="468" y="9"/>
                    </a:cubicBezTo>
                    <a:cubicBezTo>
                      <a:pt x="395" y="2"/>
                      <a:pt x="366" y="0"/>
                      <a:pt x="322" y="0"/>
                    </a:cubicBezTo>
                    <a:close/>
                  </a:path>
                </a:pathLst>
              </a:custGeom>
              <a:solidFill>
                <a:srgbClr val="0054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sp>
            <p:nvSpPr>
              <p:cNvPr id="36" name="Freeform 39"/>
              <p:cNvSpPr>
                <a:spLocks noChangeAspect="1" noEditPoints="1"/>
              </p:cNvSpPr>
              <p:nvPr/>
            </p:nvSpPr>
            <p:spPr bwMode="black">
              <a:xfrm>
                <a:off x="2187" y="-2776"/>
                <a:ext cx="20780" cy="9596"/>
              </a:xfrm>
              <a:custGeom>
                <a:avLst/>
                <a:gdLst>
                  <a:gd name="T0" fmla="*/ 95890 w 8797"/>
                  <a:gd name="T1" fmla="*/ 60860 h 4062"/>
                  <a:gd name="T2" fmla="*/ 157916 w 8797"/>
                  <a:gd name="T3" fmla="*/ 38408 h 4062"/>
                  <a:gd name="T4" fmla="*/ 219745 w 8797"/>
                  <a:gd name="T5" fmla="*/ 39646 h 4062"/>
                  <a:gd name="T6" fmla="*/ 251009 w 8797"/>
                  <a:gd name="T7" fmla="*/ 56005 h 4062"/>
                  <a:gd name="T8" fmla="*/ 313370 w 8797"/>
                  <a:gd name="T9" fmla="*/ 37536 h 4062"/>
                  <a:gd name="T10" fmla="*/ 297272 w 8797"/>
                  <a:gd name="T11" fmla="*/ 94557 h 4062"/>
                  <a:gd name="T12" fmla="*/ 376974 w 8797"/>
                  <a:gd name="T13" fmla="*/ 54068 h 4062"/>
                  <a:gd name="T14" fmla="*/ 431053 w 8797"/>
                  <a:gd name="T15" fmla="*/ 93659 h 4062"/>
                  <a:gd name="T16" fmla="*/ 431332 w 8797"/>
                  <a:gd name="T17" fmla="*/ 19277 h 4062"/>
                  <a:gd name="T18" fmla="*/ 518050 w 8797"/>
                  <a:gd name="T19" fmla="*/ 44507 h 4062"/>
                  <a:gd name="T20" fmla="*/ 526206 w 8797"/>
                  <a:gd name="T21" fmla="*/ 110881 h 4062"/>
                  <a:gd name="T22" fmla="*/ 596077 w 8797"/>
                  <a:gd name="T23" fmla="*/ 69676 h 4062"/>
                  <a:gd name="T24" fmla="*/ 665721 w 8797"/>
                  <a:gd name="T25" fmla="*/ 111750 h 4062"/>
                  <a:gd name="T26" fmla="*/ 735251 w 8797"/>
                  <a:gd name="T27" fmla="*/ 116980 h 4062"/>
                  <a:gd name="T28" fmla="*/ 764077 w 8797"/>
                  <a:gd name="T29" fmla="*/ 103217 h 4062"/>
                  <a:gd name="T30" fmla="*/ 763323 w 8797"/>
                  <a:gd name="T31" fmla="*/ 39960 h 4062"/>
                  <a:gd name="T32" fmla="*/ 911367 w 8797"/>
                  <a:gd name="T33" fmla="*/ 114715 h 4062"/>
                  <a:gd name="T34" fmla="*/ 939338 w 8797"/>
                  <a:gd name="T35" fmla="*/ 39960 h 4062"/>
                  <a:gd name="T36" fmla="*/ 16476 w 8797"/>
                  <a:gd name="T37" fmla="*/ 266793 h 4062"/>
                  <a:gd name="T38" fmla="*/ 31107 w 8797"/>
                  <a:gd name="T39" fmla="*/ 411225 h 4062"/>
                  <a:gd name="T40" fmla="*/ 218718 w 8797"/>
                  <a:gd name="T41" fmla="*/ 400852 h 4062"/>
                  <a:gd name="T42" fmla="*/ 267331 w 8797"/>
                  <a:gd name="T43" fmla="*/ 408787 h 4062"/>
                  <a:gd name="T44" fmla="*/ 248425 w 8797"/>
                  <a:gd name="T45" fmla="*/ 326625 h 4062"/>
                  <a:gd name="T46" fmla="*/ 370875 w 8797"/>
                  <a:gd name="T47" fmla="*/ 396146 h 4062"/>
                  <a:gd name="T48" fmla="*/ 433772 w 8797"/>
                  <a:gd name="T49" fmla="*/ 334254 h 4062"/>
                  <a:gd name="T50" fmla="*/ 468198 w 8797"/>
                  <a:gd name="T51" fmla="*/ 402408 h 4062"/>
                  <a:gd name="T52" fmla="*/ 490408 w 8797"/>
                  <a:gd name="T53" fmla="*/ 388640 h 4062"/>
                  <a:gd name="T54" fmla="*/ 509243 w 8797"/>
                  <a:gd name="T55" fmla="*/ 265610 h 4062"/>
                  <a:gd name="T56" fmla="*/ 581313 w 8797"/>
                  <a:gd name="T57" fmla="*/ 310802 h 4062"/>
                  <a:gd name="T58" fmla="*/ 581660 w 8797"/>
                  <a:gd name="T59" fmla="*/ 412347 h 4062"/>
                  <a:gd name="T60" fmla="*/ 721328 w 8797"/>
                  <a:gd name="T61" fmla="*/ 387457 h 4062"/>
                  <a:gd name="T62" fmla="*/ 696856 w 8797"/>
                  <a:gd name="T63" fmla="*/ 396302 h 4062"/>
                  <a:gd name="T64" fmla="*/ 739045 w 8797"/>
                  <a:gd name="T65" fmla="*/ 267663 h 4062"/>
                  <a:gd name="T66" fmla="*/ 858566 w 8797"/>
                  <a:gd name="T67" fmla="*/ 316377 h 4062"/>
                  <a:gd name="T68" fmla="*/ 928068 w 8797"/>
                  <a:gd name="T69" fmla="*/ 404830 h 4062"/>
                  <a:gd name="T70" fmla="*/ 993006 w 8797"/>
                  <a:gd name="T71" fmla="*/ 333885 h 4062"/>
                  <a:gd name="T72" fmla="*/ 1008457 w 8797"/>
                  <a:gd name="T73" fmla="*/ 273925 h 4062"/>
                  <a:gd name="T74" fmla="*/ 1036255 w 8797"/>
                  <a:gd name="T75" fmla="*/ 315140 h 4062"/>
                  <a:gd name="T76" fmla="*/ 1178418 w 8797"/>
                  <a:gd name="T77" fmla="*/ 321390 h 4062"/>
                  <a:gd name="T78" fmla="*/ 1146283 w 8797"/>
                  <a:gd name="T79" fmla="*/ 407759 h 4062"/>
                  <a:gd name="T80" fmla="*/ 23608 w 8797"/>
                  <a:gd name="T81" fmla="*/ 603861 h 4062"/>
                  <a:gd name="T82" fmla="*/ 44801 w 8797"/>
                  <a:gd name="T83" fmla="*/ 649400 h 4062"/>
                  <a:gd name="T84" fmla="*/ 136063 w 8797"/>
                  <a:gd name="T85" fmla="*/ 614078 h 4062"/>
                  <a:gd name="T86" fmla="*/ 151654 w 8797"/>
                  <a:gd name="T87" fmla="*/ 699443 h 4062"/>
                  <a:gd name="T88" fmla="*/ 303310 w 8797"/>
                  <a:gd name="T89" fmla="*/ 675462 h 4062"/>
                  <a:gd name="T90" fmla="*/ 277938 w 8797"/>
                  <a:gd name="T91" fmla="*/ 607683 h 4062"/>
                  <a:gd name="T92" fmla="*/ 421501 w 8797"/>
                  <a:gd name="T93" fmla="*/ 558978 h 4062"/>
                  <a:gd name="T94" fmla="*/ 378162 w 8797"/>
                  <a:gd name="T95" fmla="*/ 698415 h 4062"/>
                  <a:gd name="T96" fmla="*/ 607344 w 8797"/>
                  <a:gd name="T97" fmla="*/ 695833 h 4062"/>
                  <a:gd name="T98" fmla="*/ 660368 w 8797"/>
                  <a:gd name="T99" fmla="*/ 601961 h 4062"/>
                  <a:gd name="T100" fmla="*/ 641246 w 8797"/>
                  <a:gd name="T101" fmla="*/ 616499 h 4062"/>
                  <a:gd name="T102" fmla="*/ 788053 w 8797"/>
                  <a:gd name="T103" fmla="*/ 699443 h 4062"/>
                  <a:gd name="T104" fmla="*/ 794955 w 8797"/>
                  <a:gd name="T105" fmla="*/ 612386 h 4062"/>
                  <a:gd name="T106" fmla="*/ 847756 w 8797"/>
                  <a:gd name="T107" fmla="*/ 698783 h 4062"/>
                  <a:gd name="T108" fmla="*/ 917627 w 8797"/>
                  <a:gd name="T109" fmla="*/ 602460 h 4062"/>
                  <a:gd name="T110" fmla="*/ 1070152 w 8797"/>
                  <a:gd name="T111" fmla="*/ 683834 h 4062"/>
                  <a:gd name="T112" fmla="*/ 1101640 w 8797"/>
                  <a:gd name="T113" fmla="*/ 696490 h 4062"/>
                  <a:gd name="T114" fmla="*/ 1239378 w 8797"/>
                  <a:gd name="T115" fmla="*/ 610768 h 4062"/>
                  <a:gd name="T116" fmla="*/ 1149894 w 8797"/>
                  <a:gd name="T117" fmla="*/ 699443 h 4062"/>
                  <a:gd name="T118" fmla="*/ 1347565 w 8797"/>
                  <a:gd name="T119" fmla="*/ 664718 h 4062"/>
                  <a:gd name="T120" fmla="*/ 1364790 w 8797"/>
                  <a:gd name="T121" fmla="*/ 609596 h 4062"/>
                  <a:gd name="T122" fmla="*/ 1431699 w 8797"/>
                  <a:gd name="T123" fmla="*/ 679641 h 4062"/>
                  <a:gd name="T124" fmla="*/ 1528269 w 8797"/>
                  <a:gd name="T125" fmla="*/ 686272 h 40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8797" h="4062">
                    <a:moveTo>
                      <a:pt x="16" y="654"/>
                    </a:moveTo>
                    <a:cubicBezTo>
                      <a:pt x="50" y="650"/>
                      <a:pt x="73" y="644"/>
                      <a:pt x="83" y="635"/>
                    </a:cubicBezTo>
                    <a:cubicBezTo>
                      <a:pt x="94" y="626"/>
                      <a:pt x="99" y="603"/>
                      <a:pt x="99" y="566"/>
                    </a:cubicBezTo>
                    <a:cubicBezTo>
                      <a:pt x="99" y="126"/>
                      <a:pt x="99" y="126"/>
                      <a:pt x="99" y="126"/>
                    </a:cubicBezTo>
                    <a:cubicBezTo>
                      <a:pt x="99" y="91"/>
                      <a:pt x="94" y="68"/>
                      <a:pt x="84" y="57"/>
                    </a:cubicBezTo>
                    <a:cubicBezTo>
                      <a:pt x="74" y="47"/>
                      <a:pt x="51" y="41"/>
                      <a:pt x="16" y="38"/>
                    </a:cubicBezTo>
                    <a:cubicBezTo>
                      <a:pt x="16" y="20"/>
                      <a:pt x="16" y="20"/>
                      <a:pt x="16" y="20"/>
                    </a:cubicBezTo>
                    <a:cubicBezTo>
                      <a:pt x="273" y="20"/>
                      <a:pt x="273" y="20"/>
                      <a:pt x="273" y="20"/>
                    </a:cubicBezTo>
                    <a:cubicBezTo>
                      <a:pt x="360" y="20"/>
                      <a:pt x="434" y="34"/>
                      <a:pt x="494" y="64"/>
                    </a:cubicBezTo>
                    <a:cubicBezTo>
                      <a:pt x="602" y="117"/>
                      <a:pt x="657" y="212"/>
                      <a:pt x="657" y="348"/>
                    </a:cubicBezTo>
                    <a:cubicBezTo>
                      <a:pt x="657" y="398"/>
                      <a:pt x="647" y="444"/>
                      <a:pt x="627" y="489"/>
                    </a:cubicBezTo>
                    <a:cubicBezTo>
                      <a:pt x="608" y="533"/>
                      <a:pt x="579" y="570"/>
                      <a:pt x="539" y="601"/>
                    </a:cubicBezTo>
                    <a:cubicBezTo>
                      <a:pt x="514" y="620"/>
                      <a:pt x="489" y="635"/>
                      <a:pt x="462" y="645"/>
                    </a:cubicBezTo>
                    <a:cubicBezTo>
                      <a:pt x="413" y="663"/>
                      <a:pt x="353" y="673"/>
                      <a:pt x="281" y="673"/>
                    </a:cubicBezTo>
                    <a:cubicBezTo>
                      <a:pt x="16" y="673"/>
                      <a:pt x="16" y="673"/>
                      <a:pt x="16" y="673"/>
                    </a:cubicBezTo>
                    <a:lnTo>
                      <a:pt x="16" y="654"/>
                    </a:lnTo>
                    <a:close/>
                    <a:moveTo>
                      <a:pt x="207" y="630"/>
                    </a:moveTo>
                    <a:cubicBezTo>
                      <a:pt x="215" y="635"/>
                      <a:pt x="231" y="638"/>
                      <a:pt x="255" y="638"/>
                    </a:cubicBezTo>
                    <a:cubicBezTo>
                      <a:pt x="330" y="638"/>
                      <a:pt x="392" y="622"/>
                      <a:pt x="440" y="592"/>
                    </a:cubicBezTo>
                    <a:cubicBezTo>
                      <a:pt x="515" y="544"/>
                      <a:pt x="552" y="464"/>
                      <a:pt x="552" y="350"/>
                    </a:cubicBezTo>
                    <a:cubicBezTo>
                      <a:pt x="552" y="248"/>
                      <a:pt x="521" y="172"/>
                      <a:pt x="460" y="121"/>
                    </a:cubicBezTo>
                    <a:cubicBezTo>
                      <a:pt x="408" y="77"/>
                      <a:pt x="338" y="55"/>
                      <a:pt x="251" y="55"/>
                    </a:cubicBezTo>
                    <a:cubicBezTo>
                      <a:pt x="230" y="55"/>
                      <a:pt x="215" y="57"/>
                      <a:pt x="207" y="62"/>
                    </a:cubicBezTo>
                    <a:cubicBezTo>
                      <a:pt x="200" y="67"/>
                      <a:pt x="196" y="78"/>
                      <a:pt x="196" y="94"/>
                    </a:cubicBezTo>
                    <a:cubicBezTo>
                      <a:pt x="196" y="598"/>
                      <a:pt x="196" y="598"/>
                      <a:pt x="196" y="598"/>
                    </a:cubicBezTo>
                    <a:cubicBezTo>
                      <a:pt x="196" y="614"/>
                      <a:pt x="200" y="625"/>
                      <a:pt x="207" y="630"/>
                    </a:cubicBezTo>
                    <a:close/>
                    <a:moveTo>
                      <a:pt x="1025" y="268"/>
                    </a:moveTo>
                    <a:cubicBezTo>
                      <a:pt x="1058" y="299"/>
                      <a:pt x="1074" y="344"/>
                      <a:pt x="1074" y="401"/>
                    </a:cubicBezTo>
                    <a:cubicBezTo>
                      <a:pt x="778" y="401"/>
                      <a:pt x="778" y="401"/>
                      <a:pt x="778" y="401"/>
                    </a:cubicBezTo>
                    <a:cubicBezTo>
                      <a:pt x="781" y="476"/>
                      <a:pt x="798" y="530"/>
                      <a:pt x="827" y="564"/>
                    </a:cubicBezTo>
                    <a:cubicBezTo>
                      <a:pt x="857" y="598"/>
                      <a:pt x="892" y="616"/>
                      <a:pt x="932" y="616"/>
                    </a:cubicBezTo>
                    <a:cubicBezTo>
                      <a:pt x="965" y="616"/>
                      <a:pt x="992" y="607"/>
                      <a:pt x="1014" y="589"/>
                    </a:cubicBezTo>
                    <a:cubicBezTo>
                      <a:pt x="1037" y="571"/>
                      <a:pt x="1057" y="546"/>
                      <a:pt x="1076" y="514"/>
                    </a:cubicBezTo>
                    <a:cubicBezTo>
                      <a:pt x="1093" y="519"/>
                      <a:pt x="1093" y="519"/>
                      <a:pt x="1093" y="519"/>
                    </a:cubicBezTo>
                    <a:cubicBezTo>
                      <a:pt x="1080" y="560"/>
                      <a:pt x="1056" y="598"/>
                      <a:pt x="1021" y="633"/>
                    </a:cubicBezTo>
                    <a:cubicBezTo>
                      <a:pt x="986" y="667"/>
                      <a:pt x="943" y="685"/>
                      <a:pt x="892" y="685"/>
                    </a:cubicBezTo>
                    <a:cubicBezTo>
                      <a:pt x="834" y="685"/>
                      <a:pt x="789" y="662"/>
                      <a:pt x="757" y="616"/>
                    </a:cubicBezTo>
                    <a:cubicBezTo>
                      <a:pt x="725" y="571"/>
                      <a:pt x="709" y="518"/>
                      <a:pt x="709" y="459"/>
                    </a:cubicBezTo>
                    <a:cubicBezTo>
                      <a:pt x="709" y="394"/>
                      <a:pt x="728" y="338"/>
                      <a:pt x="765" y="291"/>
                    </a:cubicBezTo>
                    <a:cubicBezTo>
                      <a:pt x="802" y="244"/>
                      <a:pt x="850" y="221"/>
                      <a:pt x="909" y="221"/>
                    </a:cubicBezTo>
                    <a:cubicBezTo>
                      <a:pt x="953" y="221"/>
                      <a:pt x="992" y="236"/>
                      <a:pt x="1025" y="268"/>
                    </a:cubicBezTo>
                    <a:close/>
                    <a:moveTo>
                      <a:pt x="802" y="305"/>
                    </a:moveTo>
                    <a:cubicBezTo>
                      <a:pt x="792" y="322"/>
                      <a:pt x="784" y="344"/>
                      <a:pt x="780" y="370"/>
                    </a:cubicBezTo>
                    <a:cubicBezTo>
                      <a:pt x="976" y="370"/>
                      <a:pt x="976" y="370"/>
                      <a:pt x="976" y="370"/>
                    </a:cubicBezTo>
                    <a:cubicBezTo>
                      <a:pt x="973" y="338"/>
                      <a:pt x="967" y="314"/>
                      <a:pt x="958" y="298"/>
                    </a:cubicBezTo>
                    <a:cubicBezTo>
                      <a:pt x="943" y="270"/>
                      <a:pt x="918" y="256"/>
                      <a:pt x="882" y="256"/>
                    </a:cubicBezTo>
                    <a:cubicBezTo>
                      <a:pt x="847" y="256"/>
                      <a:pt x="820" y="272"/>
                      <a:pt x="802" y="305"/>
                    </a:cubicBezTo>
                    <a:close/>
                    <a:moveTo>
                      <a:pt x="1119" y="872"/>
                    </a:moveTo>
                    <a:cubicBezTo>
                      <a:pt x="1148" y="870"/>
                      <a:pt x="1166" y="863"/>
                      <a:pt x="1174" y="852"/>
                    </a:cubicBezTo>
                    <a:cubicBezTo>
                      <a:pt x="1182" y="841"/>
                      <a:pt x="1186" y="824"/>
                      <a:pt x="1186" y="800"/>
                    </a:cubicBezTo>
                    <a:cubicBezTo>
                      <a:pt x="1186" y="340"/>
                      <a:pt x="1186" y="340"/>
                      <a:pt x="1186" y="340"/>
                    </a:cubicBezTo>
                    <a:cubicBezTo>
                      <a:pt x="1186" y="315"/>
                      <a:pt x="1183" y="299"/>
                      <a:pt x="1177" y="293"/>
                    </a:cubicBezTo>
                    <a:cubicBezTo>
                      <a:pt x="1171" y="286"/>
                      <a:pt x="1161" y="282"/>
                      <a:pt x="1145" y="282"/>
                    </a:cubicBezTo>
                    <a:cubicBezTo>
                      <a:pt x="1141" y="282"/>
                      <a:pt x="1138" y="282"/>
                      <a:pt x="1135" y="283"/>
                    </a:cubicBezTo>
                    <a:cubicBezTo>
                      <a:pt x="1132" y="283"/>
                      <a:pt x="1128" y="284"/>
                      <a:pt x="1122" y="285"/>
                    </a:cubicBezTo>
                    <a:cubicBezTo>
                      <a:pt x="1122" y="269"/>
                      <a:pt x="1122" y="269"/>
                      <a:pt x="1122" y="269"/>
                    </a:cubicBezTo>
                    <a:cubicBezTo>
                      <a:pt x="1167" y="254"/>
                      <a:pt x="1167" y="254"/>
                      <a:pt x="1167" y="254"/>
                    </a:cubicBezTo>
                    <a:cubicBezTo>
                      <a:pt x="1168" y="254"/>
                      <a:pt x="1199" y="243"/>
                      <a:pt x="1260" y="221"/>
                    </a:cubicBezTo>
                    <a:cubicBezTo>
                      <a:pt x="1262" y="221"/>
                      <a:pt x="1263" y="222"/>
                      <a:pt x="1264" y="223"/>
                    </a:cubicBezTo>
                    <a:cubicBezTo>
                      <a:pt x="1265" y="224"/>
                      <a:pt x="1265" y="226"/>
                      <a:pt x="1265" y="228"/>
                    </a:cubicBezTo>
                    <a:cubicBezTo>
                      <a:pt x="1265" y="293"/>
                      <a:pt x="1265" y="293"/>
                      <a:pt x="1265" y="293"/>
                    </a:cubicBezTo>
                    <a:cubicBezTo>
                      <a:pt x="1286" y="272"/>
                      <a:pt x="1304" y="256"/>
                      <a:pt x="1319" y="246"/>
                    </a:cubicBezTo>
                    <a:cubicBezTo>
                      <a:pt x="1348" y="228"/>
                      <a:pt x="1376" y="219"/>
                      <a:pt x="1406" y="219"/>
                    </a:cubicBezTo>
                    <a:cubicBezTo>
                      <a:pt x="1449" y="219"/>
                      <a:pt x="1486" y="237"/>
                      <a:pt x="1517" y="275"/>
                    </a:cubicBezTo>
                    <a:cubicBezTo>
                      <a:pt x="1549" y="313"/>
                      <a:pt x="1564" y="364"/>
                      <a:pt x="1564" y="429"/>
                    </a:cubicBezTo>
                    <a:cubicBezTo>
                      <a:pt x="1564" y="493"/>
                      <a:pt x="1545" y="551"/>
                      <a:pt x="1508" y="603"/>
                    </a:cubicBezTo>
                    <a:cubicBezTo>
                      <a:pt x="1471" y="655"/>
                      <a:pt x="1424" y="682"/>
                      <a:pt x="1367" y="682"/>
                    </a:cubicBezTo>
                    <a:cubicBezTo>
                      <a:pt x="1350" y="682"/>
                      <a:pt x="1334" y="679"/>
                      <a:pt x="1322" y="675"/>
                    </a:cubicBezTo>
                    <a:cubicBezTo>
                      <a:pt x="1302" y="668"/>
                      <a:pt x="1283" y="656"/>
                      <a:pt x="1266" y="638"/>
                    </a:cubicBezTo>
                    <a:cubicBezTo>
                      <a:pt x="1266" y="796"/>
                      <a:pt x="1266" y="796"/>
                      <a:pt x="1266" y="796"/>
                    </a:cubicBezTo>
                    <a:cubicBezTo>
                      <a:pt x="1266" y="828"/>
                      <a:pt x="1271" y="848"/>
                      <a:pt x="1282" y="856"/>
                    </a:cubicBezTo>
                    <a:cubicBezTo>
                      <a:pt x="1292" y="863"/>
                      <a:pt x="1314" y="868"/>
                      <a:pt x="1349" y="871"/>
                    </a:cubicBezTo>
                    <a:cubicBezTo>
                      <a:pt x="1349" y="887"/>
                      <a:pt x="1349" y="887"/>
                      <a:pt x="1349" y="887"/>
                    </a:cubicBezTo>
                    <a:cubicBezTo>
                      <a:pt x="1119" y="887"/>
                      <a:pt x="1119" y="887"/>
                      <a:pt x="1119" y="887"/>
                    </a:cubicBezTo>
                    <a:lnTo>
                      <a:pt x="1119" y="872"/>
                    </a:lnTo>
                    <a:close/>
                    <a:moveTo>
                      <a:pt x="1303" y="632"/>
                    </a:moveTo>
                    <a:cubicBezTo>
                      <a:pt x="1319" y="643"/>
                      <a:pt x="1338" y="649"/>
                      <a:pt x="1360" y="649"/>
                    </a:cubicBezTo>
                    <a:cubicBezTo>
                      <a:pt x="1394" y="649"/>
                      <a:pt x="1423" y="631"/>
                      <a:pt x="1447" y="597"/>
                    </a:cubicBezTo>
                    <a:cubicBezTo>
                      <a:pt x="1471" y="563"/>
                      <a:pt x="1483" y="515"/>
                      <a:pt x="1483" y="453"/>
                    </a:cubicBezTo>
                    <a:cubicBezTo>
                      <a:pt x="1483" y="395"/>
                      <a:pt x="1470" y="351"/>
                      <a:pt x="1445" y="322"/>
                    </a:cubicBezTo>
                    <a:cubicBezTo>
                      <a:pt x="1420" y="293"/>
                      <a:pt x="1391" y="278"/>
                      <a:pt x="1358" y="278"/>
                    </a:cubicBezTo>
                    <a:cubicBezTo>
                      <a:pt x="1335" y="278"/>
                      <a:pt x="1314" y="285"/>
                      <a:pt x="1295" y="300"/>
                    </a:cubicBezTo>
                    <a:cubicBezTo>
                      <a:pt x="1276" y="314"/>
                      <a:pt x="1266" y="329"/>
                      <a:pt x="1266" y="343"/>
                    </a:cubicBezTo>
                    <a:cubicBezTo>
                      <a:pt x="1266" y="584"/>
                      <a:pt x="1266" y="584"/>
                      <a:pt x="1266" y="584"/>
                    </a:cubicBezTo>
                    <a:cubicBezTo>
                      <a:pt x="1274" y="606"/>
                      <a:pt x="1287" y="622"/>
                      <a:pt x="1303" y="632"/>
                    </a:cubicBezTo>
                    <a:close/>
                    <a:moveTo>
                      <a:pt x="1695" y="461"/>
                    </a:moveTo>
                    <a:cubicBezTo>
                      <a:pt x="1724" y="442"/>
                      <a:pt x="1781" y="415"/>
                      <a:pt x="1867" y="382"/>
                    </a:cubicBezTo>
                    <a:cubicBezTo>
                      <a:pt x="1867" y="341"/>
                      <a:pt x="1867" y="341"/>
                      <a:pt x="1867" y="341"/>
                    </a:cubicBezTo>
                    <a:cubicBezTo>
                      <a:pt x="1867" y="309"/>
                      <a:pt x="1864" y="286"/>
                      <a:pt x="1858" y="273"/>
                    </a:cubicBezTo>
                    <a:cubicBezTo>
                      <a:pt x="1847" y="251"/>
                      <a:pt x="1825" y="241"/>
                      <a:pt x="1791" y="241"/>
                    </a:cubicBezTo>
                    <a:cubicBezTo>
                      <a:pt x="1775" y="241"/>
                      <a:pt x="1760" y="245"/>
                      <a:pt x="1746" y="253"/>
                    </a:cubicBezTo>
                    <a:cubicBezTo>
                      <a:pt x="1731" y="262"/>
                      <a:pt x="1724" y="274"/>
                      <a:pt x="1724" y="289"/>
                    </a:cubicBezTo>
                    <a:cubicBezTo>
                      <a:pt x="1724" y="293"/>
                      <a:pt x="1725" y="299"/>
                      <a:pt x="1726" y="309"/>
                    </a:cubicBezTo>
                    <a:cubicBezTo>
                      <a:pt x="1728" y="318"/>
                      <a:pt x="1729" y="324"/>
                      <a:pt x="1729" y="326"/>
                    </a:cubicBezTo>
                    <a:cubicBezTo>
                      <a:pt x="1729" y="344"/>
                      <a:pt x="1723" y="357"/>
                      <a:pt x="1711" y="364"/>
                    </a:cubicBezTo>
                    <a:cubicBezTo>
                      <a:pt x="1705" y="368"/>
                      <a:pt x="1697" y="370"/>
                      <a:pt x="1688" y="370"/>
                    </a:cubicBezTo>
                    <a:cubicBezTo>
                      <a:pt x="1674" y="370"/>
                      <a:pt x="1664" y="366"/>
                      <a:pt x="1656" y="356"/>
                    </a:cubicBezTo>
                    <a:cubicBezTo>
                      <a:pt x="1649" y="347"/>
                      <a:pt x="1645" y="336"/>
                      <a:pt x="1645" y="324"/>
                    </a:cubicBezTo>
                    <a:cubicBezTo>
                      <a:pt x="1645" y="302"/>
                      <a:pt x="1658" y="278"/>
                      <a:pt x="1685" y="253"/>
                    </a:cubicBezTo>
                    <a:cubicBezTo>
                      <a:pt x="1712" y="229"/>
                      <a:pt x="1752" y="216"/>
                      <a:pt x="1804" y="216"/>
                    </a:cubicBezTo>
                    <a:cubicBezTo>
                      <a:pt x="1864" y="216"/>
                      <a:pt x="1905" y="237"/>
                      <a:pt x="1927" y="277"/>
                    </a:cubicBezTo>
                    <a:cubicBezTo>
                      <a:pt x="1938" y="299"/>
                      <a:pt x="1944" y="332"/>
                      <a:pt x="1944" y="374"/>
                    </a:cubicBezTo>
                    <a:cubicBezTo>
                      <a:pt x="1944" y="567"/>
                      <a:pt x="1944" y="567"/>
                      <a:pt x="1944" y="567"/>
                    </a:cubicBezTo>
                    <a:cubicBezTo>
                      <a:pt x="1944" y="586"/>
                      <a:pt x="1945" y="599"/>
                      <a:pt x="1948" y="606"/>
                    </a:cubicBezTo>
                    <a:cubicBezTo>
                      <a:pt x="1952" y="618"/>
                      <a:pt x="1960" y="624"/>
                      <a:pt x="1973" y="624"/>
                    </a:cubicBezTo>
                    <a:cubicBezTo>
                      <a:pt x="1980" y="624"/>
                      <a:pt x="1986" y="623"/>
                      <a:pt x="1991" y="621"/>
                    </a:cubicBezTo>
                    <a:cubicBezTo>
                      <a:pt x="1996" y="619"/>
                      <a:pt x="2004" y="613"/>
                      <a:pt x="2016" y="605"/>
                    </a:cubicBezTo>
                    <a:cubicBezTo>
                      <a:pt x="2016" y="630"/>
                      <a:pt x="2016" y="630"/>
                      <a:pt x="2016" y="630"/>
                    </a:cubicBezTo>
                    <a:cubicBezTo>
                      <a:pt x="2006" y="642"/>
                      <a:pt x="1995" y="652"/>
                      <a:pt x="1983" y="660"/>
                    </a:cubicBezTo>
                    <a:cubicBezTo>
                      <a:pt x="1966" y="672"/>
                      <a:pt x="1948" y="678"/>
                      <a:pt x="1930" y="678"/>
                    </a:cubicBezTo>
                    <a:cubicBezTo>
                      <a:pt x="1909" y="678"/>
                      <a:pt x="1893" y="671"/>
                      <a:pt x="1884" y="657"/>
                    </a:cubicBezTo>
                    <a:cubicBezTo>
                      <a:pt x="1874" y="643"/>
                      <a:pt x="1869" y="627"/>
                      <a:pt x="1868" y="607"/>
                    </a:cubicBezTo>
                    <a:cubicBezTo>
                      <a:pt x="1845" y="628"/>
                      <a:pt x="1824" y="644"/>
                      <a:pt x="1807" y="654"/>
                    </a:cubicBezTo>
                    <a:cubicBezTo>
                      <a:pt x="1779" y="672"/>
                      <a:pt x="1752" y="680"/>
                      <a:pt x="1727" y="680"/>
                    </a:cubicBezTo>
                    <a:cubicBezTo>
                      <a:pt x="1700" y="680"/>
                      <a:pt x="1677" y="671"/>
                      <a:pt x="1657" y="651"/>
                    </a:cubicBezTo>
                    <a:cubicBezTo>
                      <a:pt x="1637" y="632"/>
                      <a:pt x="1627" y="607"/>
                      <a:pt x="1627" y="577"/>
                    </a:cubicBezTo>
                    <a:cubicBezTo>
                      <a:pt x="1627" y="531"/>
                      <a:pt x="1650" y="492"/>
                      <a:pt x="1695" y="461"/>
                    </a:cubicBezTo>
                    <a:close/>
                    <a:moveTo>
                      <a:pt x="1867" y="407"/>
                    </a:moveTo>
                    <a:cubicBezTo>
                      <a:pt x="1831" y="419"/>
                      <a:pt x="1802" y="432"/>
                      <a:pt x="1778" y="447"/>
                    </a:cubicBezTo>
                    <a:cubicBezTo>
                      <a:pt x="1733" y="476"/>
                      <a:pt x="1711" y="508"/>
                      <a:pt x="1711" y="544"/>
                    </a:cubicBezTo>
                    <a:cubicBezTo>
                      <a:pt x="1711" y="573"/>
                      <a:pt x="1720" y="595"/>
                      <a:pt x="1739" y="609"/>
                    </a:cubicBezTo>
                    <a:cubicBezTo>
                      <a:pt x="1751" y="618"/>
                      <a:pt x="1765" y="622"/>
                      <a:pt x="1780" y="622"/>
                    </a:cubicBezTo>
                    <a:cubicBezTo>
                      <a:pt x="1800" y="622"/>
                      <a:pt x="1820" y="616"/>
                      <a:pt x="1839" y="604"/>
                    </a:cubicBezTo>
                    <a:cubicBezTo>
                      <a:pt x="1858" y="592"/>
                      <a:pt x="1867" y="577"/>
                      <a:pt x="1867" y="559"/>
                    </a:cubicBezTo>
                    <a:lnTo>
                      <a:pt x="1867" y="407"/>
                    </a:lnTo>
                    <a:close/>
                    <a:moveTo>
                      <a:pt x="2020" y="657"/>
                    </a:moveTo>
                    <a:cubicBezTo>
                      <a:pt x="2049" y="655"/>
                      <a:pt x="2068" y="650"/>
                      <a:pt x="2077" y="642"/>
                    </a:cubicBezTo>
                    <a:cubicBezTo>
                      <a:pt x="2086" y="634"/>
                      <a:pt x="2091" y="617"/>
                      <a:pt x="2091" y="591"/>
                    </a:cubicBezTo>
                    <a:cubicBezTo>
                      <a:pt x="2091" y="375"/>
                      <a:pt x="2091" y="375"/>
                      <a:pt x="2091" y="375"/>
                    </a:cubicBezTo>
                    <a:cubicBezTo>
                      <a:pt x="2091" y="343"/>
                      <a:pt x="2088" y="320"/>
                      <a:pt x="2083" y="306"/>
                    </a:cubicBezTo>
                    <a:cubicBezTo>
                      <a:pt x="2077" y="293"/>
                      <a:pt x="2066" y="286"/>
                      <a:pt x="2051" y="286"/>
                    </a:cubicBezTo>
                    <a:cubicBezTo>
                      <a:pt x="2048" y="286"/>
                      <a:pt x="2044" y="286"/>
                      <a:pt x="2039" y="287"/>
                    </a:cubicBezTo>
                    <a:cubicBezTo>
                      <a:pt x="2034" y="288"/>
                      <a:pt x="2029" y="289"/>
                      <a:pt x="2023" y="290"/>
                    </a:cubicBezTo>
                    <a:cubicBezTo>
                      <a:pt x="2023" y="275"/>
                      <a:pt x="2023" y="275"/>
                      <a:pt x="2023" y="275"/>
                    </a:cubicBezTo>
                    <a:cubicBezTo>
                      <a:pt x="2041" y="268"/>
                      <a:pt x="2059" y="262"/>
                      <a:pt x="2078" y="255"/>
                    </a:cubicBezTo>
                    <a:cubicBezTo>
                      <a:pt x="2097" y="248"/>
                      <a:pt x="2110" y="243"/>
                      <a:pt x="2117" y="240"/>
                    </a:cubicBezTo>
                    <a:cubicBezTo>
                      <a:pt x="2133" y="234"/>
                      <a:pt x="2149" y="227"/>
                      <a:pt x="2166" y="220"/>
                    </a:cubicBezTo>
                    <a:cubicBezTo>
                      <a:pt x="2168" y="220"/>
                      <a:pt x="2169" y="221"/>
                      <a:pt x="2170" y="222"/>
                    </a:cubicBezTo>
                    <a:cubicBezTo>
                      <a:pt x="2170" y="224"/>
                      <a:pt x="2170" y="227"/>
                      <a:pt x="2170" y="233"/>
                    </a:cubicBezTo>
                    <a:cubicBezTo>
                      <a:pt x="2170" y="311"/>
                      <a:pt x="2170" y="311"/>
                      <a:pt x="2170" y="311"/>
                    </a:cubicBezTo>
                    <a:cubicBezTo>
                      <a:pt x="2190" y="283"/>
                      <a:pt x="2209" y="261"/>
                      <a:pt x="2227" y="245"/>
                    </a:cubicBezTo>
                    <a:cubicBezTo>
                      <a:pt x="2246" y="229"/>
                      <a:pt x="2265" y="221"/>
                      <a:pt x="2284" y="221"/>
                    </a:cubicBezTo>
                    <a:cubicBezTo>
                      <a:pt x="2300" y="221"/>
                      <a:pt x="2313" y="226"/>
                      <a:pt x="2323" y="235"/>
                    </a:cubicBezTo>
                    <a:cubicBezTo>
                      <a:pt x="2333" y="245"/>
                      <a:pt x="2337" y="257"/>
                      <a:pt x="2337" y="272"/>
                    </a:cubicBezTo>
                    <a:cubicBezTo>
                      <a:pt x="2337" y="285"/>
                      <a:pt x="2334" y="296"/>
                      <a:pt x="2326" y="305"/>
                    </a:cubicBezTo>
                    <a:cubicBezTo>
                      <a:pt x="2319" y="314"/>
                      <a:pt x="2309" y="319"/>
                      <a:pt x="2298" y="319"/>
                    </a:cubicBezTo>
                    <a:cubicBezTo>
                      <a:pt x="2286" y="319"/>
                      <a:pt x="2274" y="313"/>
                      <a:pt x="2263" y="302"/>
                    </a:cubicBezTo>
                    <a:cubicBezTo>
                      <a:pt x="2251" y="291"/>
                      <a:pt x="2241" y="285"/>
                      <a:pt x="2235" y="285"/>
                    </a:cubicBezTo>
                    <a:cubicBezTo>
                      <a:pt x="2224" y="285"/>
                      <a:pt x="2211" y="294"/>
                      <a:pt x="2195" y="312"/>
                    </a:cubicBezTo>
                    <a:cubicBezTo>
                      <a:pt x="2179" y="330"/>
                      <a:pt x="2171" y="349"/>
                      <a:pt x="2171" y="368"/>
                    </a:cubicBezTo>
                    <a:cubicBezTo>
                      <a:pt x="2171" y="584"/>
                      <a:pt x="2171" y="584"/>
                      <a:pt x="2171" y="584"/>
                    </a:cubicBezTo>
                    <a:cubicBezTo>
                      <a:pt x="2171" y="612"/>
                      <a:pt x="2178" y="631"/>
                      <a:pt x="2190" y="642"/>
                    </a:cubicBezTo>
                    <a:cubicBezTo>
                      <a:pt x="2202" y="653"/>
                      <a:pt x="2223" y="658"/>
                      <a:pt x="2252" y="657"/>
                    </a:cubicBezTo>
                    <a:cubicBezTo>
                      <a:pt x="2252" y="673"/>
                      <a:pt x="2252" y="673"/>
                      <a:pt x="2252" y="673"/>
                    </a:cubicBezTo>
                    <a:cubicBezTo>
                      <a:pt x="2020" y="673"/>
                      <a:pt x="2020" y="673"/>
                      <a:pt x="2020" y="673"/>
                    </a:cubicBezTo>
                    <a:lnTo>
                      <a:pt x="2020" y="657"/>
                    </a:lnTo>
                    <a:close/>
                    <a:moveTo>
                      <a:pt x="2578" y="230"/>
                    </a:moveTo>
                    <a:cubicBezTo>
                      <a:pt x="2578" y="263"/>
                      <a:pt x="2578" y="263"/>
                      <a:pt x="2578" y="263"/>
                    </a:cubicBezTo>
                    <a:cubicBezTo>
                      <a:pt x="2482" y="263"/>
                      <a:pt x="2482" y="263"/>
                      <a:pt x="2482" y="263"/>
                    </a:cubicBezTo>
                    <a:cubicBezTo>
                      <a:pt x="2481" y="539"/>
                      <a:pt x="2481" y="539"/>
                      <a:pt x="2481" y="539"/>
                    </a:cubicBezTo>
                    <a:cubicBezTo>
                      <a:pt x="2481" y="564"/>
                      <a:pt x="2483" y="582"/>
                      <a:pt x="2487" y="594"/>
                    </a:cubicBezTo>
                    <a:cubicBezTo>
                      <a:pt x="2495" y="617"/>
                      <a:pt x="2509" y="628"/>
                      <a:pt x="2531" y="628"/>
                    </a:cubicBezTo>
                    <a:cubicBezTo>
                      <a:pt x="2542" y="628"/>
                      <a:pt x="2552" y="625"/>
                      <a:pt x="2560" y="619"/>
                    </a:cubicBezTo>
                    <a:cubicBezTo>
                      <a:pt x="2569" y="614"/>
                      <a:pt x="2578" y="605"/>
                      <a:pt x="2589" y="594"/>
                    </a:cubicBezTo>
                    <a:cubicBezTo>
                      <a:pt x="2601" y="604"/>
                      <a:pt x="2601" y="604"/>
                      <a:pt x="2601" y="604"/>
                    </a:cubicBezTo>
                    <a:cubicBezTo>
                      <a:pt x="2590" y="619"/>
                      <a:pt x="2590" y="619"/>
                      <a:pt x="2590" y="619"/>
                    </a:cubicBezTo>
                    <a:cubicBezTo>
                      <a:pt x="2574" y="642"/>
                      <a:pt x="2557" y="658"/>
                      <a:pt x="2539" y="667"/>
                    </a:cubicBezTo>
                    <a:cubicBezTo>
                      <a:pt x="2521" y="677"/>
                      <a:pt x="2504" y="682"/>
                      <a:pt x="2487" y="682"/>
                    </a:cubicBezTo>
                    <a:cubicBezTo>
                      <a:pt x="2450" y="682"/>
                      <a:pt x="2426" y="665"/>
                      <a:pt x="2413" y="631"/>
                    </a:cubicBezTo>
                    <a:cubicBezTo>
                      <a:pt x="2405" y="613"/>
                      <a:pt x="2402" y="587"/>
                      <a:pt x="2402" y="555"/>
                    </a:cubicBezTo>
                    <a:cubicBezTo>
                      <a:pt x="2402" y="263"/>
                      <a:pt x="2402" y="263"/>
                      <a:pt x="2402" y="263"/>
                    </a:cubicBezTo>
                    <a:cubicBezTo>
                      <a:pt x="2350" y="263"/>
                      <a:pt x="2350" y="263"/>
                      <a:pt x="2350" y="263"/>
                    </a:cubicBezTo>
                    <a:cubicBezTo>
                      <a:pt x="2349" y="262"/>
                      <a:pt x="2348" y="261"/>
                      <a:pt x="2347" y="260"/>
                    </a:cubicBezTo>
                    <a:cubicBezTo>
                      <a:pt x="2346" y="259"/>
                      <a:pt x="2346" y="258"/>
                      <a:pt x="2346" y="256"/>
                    </a:cubicBezTo>
                    <a:cubicBezTo>
                      <a:pt x="2346" y="253"/>
                      <a:pt x="2346" y="251"/>
                      <a:pt x="2348" y="249"/>
                    </a:cubicBezTo>
                    <a:cubicBezTo>
                      <a:pt x="2349" y="247"/>
                      <a:pt x="2354" y="244"/>
                      <a:pt x="2361" y="237"/>
                    </a:cubicBezTo>
                    <a:cubicBezTo>
                      <a:pt x="2382" y="219"/>
                      <a:pt x="2398" y="204"/>
                      <a:pt x="2407" y="193"/>
                    </a:cubicBezTo>
                    <a:cubicBezTo>
                      <a:pt x="2417" y="182"/>
                      <a:pt x="2439" y="152"/>
                      <a:pt x="2474" y="103"/>
                    </a:cubicBezTo>
                    <a:cubicBezTo>
                      <a:pt x="2479" y="103"/>
                      <a:pt x="2481" y="104"/>
                      <a:pt x="2482" y="104"/>
                    </a:cubicBezTo>
                    <a:cubicBezTo>
                      <a:pt x="2483" y="105"/>
                      <a:pt x="2483" y="107"/>
                      <a:pt x="2483" y="111"/>
                    </a:cubicBezTo>
                    <a:cubicBezTo>
                      <a:pt x="2483" y="230"/>
                      <a:pt x="2483" y="230"/>
                      <a:pt x="2483" y="230"/>
                    </a:cubicBezTo>
                    <a:lnTo>
                      <a:pt x="2578" y="230"/>
                    </a:lnTo>
                    <a:close/>
                    <a:moveTo>
                      <a:pt x="2616" y="660"/>
                    </a:moveTo>
                    <a:cubicBezTo>
                      <a:pt x="2640" y="657"/>
                      <a:pt x="2656" y="653"/>
                      <a:pt x="2664" y="647"/>
                    </a:cubicBezTo>
                    <a:cubicBezTo>
                      <a:pt x="2676" y="638"/>
                      <a:pt x="2683" y="619"/>
                      <a:pt x="2683" y="591"/>
                    </a:cubicBezTo>
                    <a:cubicBezTo>
                      <a:pt x="2683" y="343"/>
                      <a:pt x="2683" y="343"/>
                      <a:pt x="2683" y="343"/>
                    </a:cubicBezTo>
                    <a:cubicBezTo>
                      <a:pt x="2683" y="319"/>
                      <a:pt x="2680" y="303"/>
                      <a:pt x="2674" y="296"/>
                    </a:cubicBezTo>
                    <a:cubicBezTo>
                      <a:pt x="2668" y="288"/>
                      <a:pt x="2658" y="285"/>
                      <a:pt x="2644" y="285"/>
                    </a:cubicBezTo>
                    <a:cubicBezTo>
                      <a:pt x="2637" y="285"/>
                      <a:pt x="2632" y="285"/>
                      <a:pt x="2629" y="286"/>
                    </a:cubicBezTo>
                    <a:cubicBezTo>
                      <a:pt x="2626" y="286"/>
                      <a:pt x="2622" y="287"/>
                      <a:pt x="2618" y="289"/>
                    </a:cubicBezTo>
                    <a:cubicBezTo>
                      <a:pt x="2618" y="272"/>
                      <a:pt x="2618" y="272"/>
                      <a:pt x="2618" y="272"/>
                    </a:cubicBezTo>
                    <a:cubicBezTo>
                      <a:pt x="2652" y="261"/>
                      <a:pt x="2652" y="261"/>
                      <a:pt x="2652" y="261"/>
                    </a:cubicBezTo>
                    <a:cubicBezTo>
                      <a:pt x="2664" y="257"/>
                      <a:pt x="2684" y="249"/>
                      <a:pt x="2712" y="238"/>
                    </a:cubicBezTo>
                    <a:cubicBezTo>
                      <a:pt x="2740" y="227"/>
                      <a:pt x="2755" y="222"/>
                      <a:pt x="2756" y="222"/>
                    </a:cubicBezTo>
                    <a:cubicBezTo>
                      <a:pt x="2758" y="222"/>
                      <a:pt x="2759" y="223"/>
                      <a:pt x="2759" y="224"/>
                    </a:cubicBezTo>
                    <a:cubicBezTo>
                      <a:pt x="2759" y="226"/>
                      <a:pt x="2760" y="229"/>
                      <a:pt x="2760" y="234"/>
                    </a:cubicBezTo>
                    <a:cubicBezTo>
                      <a:pt x="2760" y="299"/>
                      <a:pt x="2760" y="299"/>
                      <a:pt x="2760" y="299"/>
                    </a:cubicBezTo>
                    <a:cubicBezTo>
                      <a:pt x="2790" y="270"/>
                      <a:pt x="2816" y="250"/>
                      <a:pt x="2838" y="239"/>
                    </a:cubicBezTo>
                    <a:cubicBezTo>
                      <a:pt x="2861" y="227"/>
                      <a:pt x="2883" y="222"/>
                      <a:pt x="2907" y="222"/>
                    </a:cubicBezTo>
                    <a:cubicBezTo>
                      <a:pt x="2938" y="222"/>
                      <a:pt x="2964" y="233"/>
                      <a:pt x="2982" y="256"/>
                    </a:cubicBezTo>
                    <a:cubicBezTo>
                      <a:pt x="2992" y="268"/>
                      <a:pt x="3000" y="284"/>
                      <a:pt x="3007" y="305"/>
                    </a:cubicBezTo>
                    <a:cubicBezTo>
                      <a:pt x="3030" y="281"/>
                      <a:pt x="3050" y="263"/>
                      <a:pt x="3067" y="252"/>
                    </a:cubicBezTo>
                    <a:cubicBezTo>
                      <a:pt x="3097" y="232"/>
                      <a:pt x="3127" y="222"/>
                      <a:pt x="3158" y="222"/>
                    </a:cubicBezTo>
                    <a:cubicBezTo>
                      <a:pt x="3208" y="222"/>
                      <a:pt x="3242" y="243"/>
                      <a:pt x="3259" y="285"/>
                    </a:cubicBezTo>
                    <a:cubicBezTo>
                      <a:pt x="3268" y="309"/>
                      <a:pt x="3273" y="346"/>
                      <a:pt x="3273" y="397"/>
                    </a:cubicBezTo>
                    <a:cubicBezTo>
                      <a:pt x="3273" y="597"/>
                      <a:pt x="3273" y="597"/>
                      <a:pt x="3273" y="597"/>
                    </a:cubicBezTo>
                    <a:cubicBezTo>
                      <a:pt x="3273" y="620"/>
                      <a:pt x="3278" y="635"/>
                      <a:pt x="3288" y="643"/>
                    </a:cubicBezTo>
                    <a:cubicBezTo>
                      <a:pt x="3298" y="652"/>
                      <a:pt x="3316" y="657"/>
                      <a:pt x="3341" y="660"/>
                    </a:cubicBezTo>
                    <a:cubicBezTo>
                      <a:pt x="3341" y="673"/>
                      <a:pt x="3341" y="673"/>
                      <a:pt x="3341" y="673"/>
                    </a:cubicBezTo>
                    <a:cubicBezTo>
                      <a:pt x="3130" y="673"/>
                      <a:pt x="3130" y="673"/>
                      <a:pt x="3130" y="673"/>
                    </a:cubicBezTo>
                    <a:cubicBezTo>
                      <a:pt x="3130" y="660"/>
                      <a:pt x="3130" y="660"/>
                      <a:pt x="3130" y="660"/>
                    </a:cubicBezTo>
                    <a:cubicBezTo>
                      <a:pt x="3157" y="657"/>
                      <a:pt x="3175" y="651"/>
                      <a:pt x="3183" y="643"/>
                    </a:cubicBezTo>
                    <a:cubicBezTo>
                      <a:pt x="3192" y="634"/>
                      <a:pt x="3196" y="616"/>
                      <a:pt x="3196" y="589"/>
                    </a:cubicBezTo>
                    <a:cubicBezTo>
                      <a:pt x="3196" y="382"/>
                      <a:pt x="3196" y="382"/>
                      <a:pt x="3196" y="382"/>
                    </a:cubicBezTo>
                    <a:cubicBezTo>
                      <a:pt x="3196" y="351"/>
                      <a:pt x="3193" y="328"/>
                      <a:pt x="3186" y="313"/>
                    </a:cubicBezTo>
                    <a:cubicBezTo>
                      <a:pt x="3175" y="287"/>
                      <a:pt x="3152" y="274"/>
                      <a:pt x="3118" y="274"/>
                    </a:cubicBezTo>
                    <a:cubicBezTo>
                      <a:pt x="3098" y="274"/>
                      <a:pt x="3078" y="280"/>
                      <a:pt x="3058" y="294"/>
                    </a:cubicBezTo>
                    <a:cubicBezTo>
                      <a:pt x="3047" y="302"/>
                      <a:pt x="3033" y="315"/>
                      <a:pt x="3016" y="333"/>
                    </a:cubicBezTo>
                    <a:cubicBezTo>
                      <a:pt x="3016" y="579"/>
                      <a:pt x="3016" y="579"/>
                      <a:pt x="3016" y="579"/>
                    </a:cubicBezTo>
                    <a:cubicBezTo>
                      <a:pt x="3016" y="605"/>
                      <a:pt x="3020" y="625"/>
                      <a:pt x="3029" y="638"/>
                    </a:cubicBezTo>
                    <a:cubicBezTo>
                      <a:pt x="3038" y="651"/>
                      <a:pt x="3057" y="659"/>
                      <a:pt x="3085" y="660"/>
                    </a:cubicBezTo>
                    <a:cubicBezTo>
                      <a:pt x="3085" y="673"/>
                      <a:pt x="3085" y="673"/>
                      <a:pt x="3085" y="673"/>
                    </a:cubicBezTo>
                    <a:cubicBezTo>
                      <a:pt x="2872" y="673"/>
                      <a:pt x="2872" y="673"/>
                      <a:pt x="2872" y="673"/>
                    </a:cubicBezTo>
                    <a:cubicBezTo>
                      <a:pt x="2872" y="660"/>
                      <a:pt x="2872" y="660"/>
                      <a:pt x="2872" y="660"/>
                    </a:cubicBezTo>
                    <a:cubicBezTo>
                      <a:pt x="2901" y="656"/>
                      <a:pt x="2920" y="649"/>
                      <a:pt x="2928" y="638"/>
                    </a:cubicBezTo>
                    <a:cubicBezTo>
                      <a:pt x="2936" y="627"/>
                      <a:pt x="2940" y="600"/>
                      <a:pt x="2940" y="557"/>
                    </a:cubicBezTo>
                    <a:cubicBezTo>
                      <a:pt x="2940" y="423"/>
                      <a:pt x="2940" y="423"/>
                      <a:pt x="2940" y="423"/>
                    </a:cubicBezTo>
                    <a:cubicBezTo>
                      <a:pt x="2940" y="373"/>
                      <a:pt x="2937" y="339"/>
                      <a:pt x="2931" y="321"/>
                    </a:cubicBezTo>
                    <a:cubicBezTo>
                      <a:pt x="2921" y="289"/>
                      <a:pt x="2899" y="274"/>
                      <a:pt x="2866" y="274"/>
                    </a:cubicBezTo>
                    <a:cubicBezTo>
                      <a:pt x="2847" y="274"/>
                      <a:pt x="2829" y="279"/>
                      <a:pt x="2811" y="290"/>
                    </a:cubicBezTo>
                    <a:cubicBezTo>
                      <a:pt x="2793" y="300"/>
                      <a:pt x="2777" y="315"/>
                      <a:pt x="2763" y="332"/>
                    </a:cubicBezTo>
                    <a:cubicBezTo>
                      <a:pt x="2763" y="597"/>
                      <a:pt x="2763" y="597"/>
                      <a:pt x="2763" y="597"/>
                    </a:cubicBezTo>
                    <a:cubicBezTo>
                      <a:pt x="2763" y="620"/>
                      <a:pt x="2767" y="637"/>
                      <a:pt x="2775" y="646"/>
                    </a:cubicBezTo>
                    <a:cubicBezTo>
                      <a:pt x="2783" y="655"/>
                      <a:pt x="2801" y="659"/>
                      <a:pt x="2829" y="660"/>
                    </a:cubicBezTo>
                    <a:cubicBezTo>
                      <a:pt x="2829" y="673"/>
                      <a:pt x="2829" y="673"/>
                      <a:pt x="2829" y="673"/>
                    </a:cubicBezTo>
                    <a:cubicBezTo>
                      <a:pt x="2616" y="673"/>
                      <a:pt x="2616" y="673"/>
                      <a:pt x="2616" y="673"/>
                    </a:cubicBezTo>
                    <a:lnTo>
                      <a:pt x="2616" y="660"/>
                    </a:lnTo>
                    <a:close/>
                    <a:moveTo>
                      <a:pt x="3678" y="268"/>
                    </a:moveTo>
                    <a:cubicBezTo>
                      <a:pt x="3711" y="299"/>
                      <a:pt x="3727" y="344"/>
                      <a:pt x="3727" y="401"/>
                    </a:cubicBezTo>
                    <a:cubicBezTo>
                      <a:pt x="3431" y="401"/>
                      <a:pt x="3431" y="401"/>
                      <a:pt x="3431" y="401"/>
                    </a:cubicBezTo>
                    <a:cubicBezTo>
                      <a:pt x="3435" y="476"/>
                      <a:pt x="3451" y="530"/>
                      <a:pt x="3480" y="564"/>
                    </a:cubicBezTo>
                    <a:cubicBezTo>
                      <a:pt x="3510" y="598"/>
                      <a:pt x="3545" y="616"/>
                      <a:pt x="3585" y="616"/>
                    </a:cubicBezTo>
                    <a:cubicBezTo>
                      <a:pt x="3618" y="616"/>
                      <a:pt x="3645" y="607"/>
                      <a:pt x="3668" y="589"/>
                    </a:cubicBezTo>
                    <a:cubicBezTo>
                      <a:pt x="3690" y="571"/>
                      <a:pt x="3711" y="546"/>
                      <a:pt x="3730" y="514"/>
                    </a:cubicBezTo>
                    <a:cubicBezTo>
                      <a:pt x="3746" y="519"/>
                      <a:pt x="3746" y="519"/>
                      <a:pt x="3746" y="519"/>
                    </a:cubicBezTo>
                    <a:cubicBezTo>
                      <a:pt x="3733" y="560"/>
                      <a:pt x="3709" y="598"/>
                      <a:pt x="3674" y="633"/>
                    </a:cubicBezTo>
                    <a:cubicBezTo>
                      <a:pt x="3639" y="667"/>
                      <a:pt x="3596" y="685"/>
                      <a:pt x="3546" y="685"/>
                    </a:cubicBezTo>
                    <a:cubicBezTo>
                      <a:pt x="3487" y="685"/>
                      <a:pt x="3442" y="662"/>
                      <a:pt x="3410" y="616"/>
                    </a:cubicBezTo>
                    <a:cubicBezTo>
                      <a:pt x="3378" y="571"/>
                      <a:pt x="3362" y="518"/>
                      <a:pt x="3362" y="459"/>
                    </a:cubicBezTo>
                    <a:cubicBezTo>
                      <a:pt x="3362" y="394"/>
                      <a:pt x="3381" y="338"/>
                      <a:pt x="3418" y="291"/>
                    </a:cubicBezTo>
                    <a:cubicBezTo>
                      <a:pt x="3455" y="244"/>
                      <a:pt x="3503" y="221"/>
                      <a:pt x="3562" y="221"/>
                    </a:cubicBezTo>
                    <a:cubicBezTo>
                      <a:pt x="3606" y="221"/>
                      <a:pt x="3645" y="236"/>
                      <a:pt x="3678" y="268"/>
                    </a:cubicBezTo>
                    <a:close/>
                    <a:moveTo>
                      <a:pt x="3455" y="305"/>
                    </a:moveTo>
                    <a:cubicBezTo>
                      <a:pt x="3445" y="322"/>
                      <a:pt x="3438" y="344"/>
                      <a:pt x="3433" y="370"/>
                    </a:cubicBezTo>
                    <a:cubicBezTo>
                      <a:pt x="3629" y="370"/>
                      <a:pt x="3629" y="370"/>
                      <a:pt x="3629" y="370"/>
                    </a:cubicBezTo>
                    <a:cubicBezTo>
                      <a:pt x="3626" y="338"/>
                      <a:pt x="3620" y="314"/>
                      <a:pt x="3612" y="298"/>
                    </a:cubicBezTo>
                    <a:cubicBezTo>
                      <a:pt x="3597" y="270"/>
                      <a:pt x="3571" y="256"/>
                      <a:pt x="3535" y="256"/>
                    </a:cubicBezTo>
                    <a:cubicBezTo>
                      <a:pt x="3500" y="256"/>
                      <a:pt x="3473" y="272"/>
                      <a:pt x="3455" y="305"/>
                    </a:cubicBezTo>
                    <a:close/>
                    <a:moveTo>
                      <a:pt x="3786" y="660"/>
                    </a:moveTo>
                    <a:cubicBezTo>
                      <a:pt x="3808" y="657"/>
                      <a:pt x="3823" y="651"/>
                      <a:pt x="3832" y="643"/>
                    </a:cubicBezTo>
                    <a:cubicBezTo>
                      <a:pt x="3840" y="634"/>
                      <a:pt x="3845" y="615"/>
                      <a:pt x="3845" y="586"/>
                    </a:cubicBezTo>
                    <a:cubicBezTo>
                      <a:pt x="3845" y="342"/>
                      <a:pt x="3845" y="342"/>
                      <a:pt x="3845" y="342"/>
                    </a:cubicBezTo>
                    <a:cubicBezTo>
                      <a:pt x="3845" y="321"/>
                      <a:pt x="3843" y="307"/>
                      <a:pt x="3839" y="299"/>
                    </a:cubicBezTo>
                    <a:cubicBezTo>
                      <a:pt x="3833" y="287"/>
                      <a:pt x="3821" y="280"/>
                      <a:pt x="3803" y="280"/>
                    </a:cubicBezTo>
                    <a:cubicBezTo>
                      <a:pt x="3800" y="280"/>
                      <a:pt x="3797" y="281"/>
                      <a:pt x="3794" y="281"/>
                    </a:cubicBezTo>
                    <a:cubicBezTo>
                      <a:pt x="3791" y="281"/>
                      <a:pt x="3787" y="282"/>
                      <a:pt x="3783" y="282"/>
                    </a:cubicBezTo>
                    <a:cubicBezTo>
                      <a:pt x="3783" y="266"/>
                      <a:pt x="3783" y="266"/>
                      <a:pt x="3783" y="266"/>
                    </a:cubicBezTo>
                    <a:cubicBezTo>
                      <a:pt x="3796" y="262"/>
                      <a:pt x="3826" y="252"/>
                      <a:pt x="3874" y="236"/>
                    </a:cubicBezTo>
                    <a:cubicBezTo>
                      <a:pt x="3918" y="221"/>
                      <a:pt x="3918" y="221"/>
                      <a:pt x="3918" y="221"/>
                    </a:cubicBezTo>
                    <a:cubicBezTo>
                      <a:pt x="3920" y="221"/>
                      <a:pt x="3921" y="222"/>
                      <a:pt x="3922" y="223"/>
                    </a:cubicBezTo>
                    <a:cubicBezTo>
                      <a:pt x="3922" y="225"/>
                      <a:pt x="3923" y="227"/>
                      <a:pt x="3923" y="230"/>
                    </a:cubicBezTo>
                    <a:cubicBezTo>
                      <a:pt x="3923" y="300"/>
                      <a:pt x="3923" y="300"/>
                      <a:pt x="3923" y="300"/>
                    </a:cubicBezTo>
                    <a:cubicBezTo>
                      <a:pt x="3951" y="272"/>
                      <a:pt x="3974" y="253"/>
                      <a:pt x="3990" y="243"/>
                    </a:cubicBezTo>
                    <a:cubicBezTo>
                      <a:pt x="4014" y="228"/>
                      <a:pt x="4039" y="220"/>
                      <a:pt x="4065" y="220"/>
                    </a:cubicBezTo>
                    <a:cubicBezTo>
                      <a:pt x="4086" y="220"/>
                      <a:pt x="4106" y="226"/>
                      <a:pt x="4123" y="238"/>
                    </a:cubicBezTo>
                    <a:cubicBezTo>
                      <a:pt x="4157" y="263"/>
                      <a:pt x="4173" y="306"/>
                      <a:pt x="4173" y="369"/>
                    </a:cubicBezTo>
                    <a:cubicBezTo>
                      <a:pt x="4173" y="594"/>
                      <a:pt x="4173" y="594"/>
                      <a:pt x="4173" y="594"/>
                    </a:cubicBezTo>
                    <a:cubicBezTo>
                      <a:pt x="4173" y="617"/>
                      <a:pt x="4178" y="633"/>
                      <a:pt x="4187" y="644"/>
                    </a:cubicBezTo>
                    <a:cubicBezTo>
                      <a:pt x="4196" y="654"/>
                      <a:pt x="4211" y="659"/>
                      <a:pt x="4232" y="660"/>
                    </a:cubicBezTo>
                    <a:cubicBezTo>
                      <a:pt x="4232" y="673"/>
                      <a:pt x="4232" y="673"/>
                      <a:pt x="4232" y="673"/>
                    </a:cubicBezTo>
                    <a:cubicBezTo>
                      <a:pt x="4032" y="673"/>
                      <a:pt x="4032" y="673"/>
                      <a:pt x="4032" y="673"/>
                    </a:cubicBezTo>
                    <a:cubicBezTo>
                      <a:pt x="4032" y="660"/>
                      <a:pt x="4032" y="660"/>
                      <a:pt x="4032" y="660"/>
                    </a:cubicBezTo>
                    <a:cubicBezTo>
                      <a:pt x="4054" y="656"/>
                      <a:pt x="4070" y="650"/>
                      <a:pt x="4079" y="640"/>
                    </a:cubicBezTo>
                    <a:cubicBezTo>
                      <a:pt x="4089" y="630"/>
                      <a:pt x="4093" y="609"/>
                      <a:pt x="4093" y="576"/>
                    </a:cubicBezTo>
                    <a:cubicBezTo>
                      <a:pt x="4093" y="370"/>
                      <a:pt x="4093" y="370"/>
                      <a:pt x="4093" y="370"/>
                    </a:cubicBezTo>
                    <a:cubicBezTo>
                      <a:pt x="4093" y="343"/>
                      <a:pt x="4088" y="320"/>
                      <a:pt x="4078" y="302"/>
                    </a:cubicBezTo>
                    <a:cubicBezTo>
                      <a:pt x="4068" y="284"/>
                      <a:pt x="4050" y="275"/>
                      <a:pt x="4024" y="275"/>
                    </a:cubicBezTo>
                    <a:cubicBezTo>
                      <a:pt x="4005" y="275"/>
                      <a:pt x="3987" y="281"/>
                      <a:pt x="3968" y="294"/>
                    </a:cubicBezTo>
                    <a:cubicBezTo>
                      <a:pt x="3957" y="301"/>
                      <a:pt x="3944" y="314"/>
                      <a:pt x="3927" y="331"/>
                    </a:cubicBezTo>
                    <a:cubicBezTo>
                      <a:pt x="3927" y="600"/>
                      <a:pt x="3927" y="600"/>
                      <a:pt x="3927" y="600"/>
                    </a:cubicBezTo>
                    <a:cubicBezTo>
                      <a:pt x="3927" y="623"/>
                      <a:pt x="3932" y="639"/>
                      <a:pt x="3942" y="647"/>
                    </a:cubicBezTo>
                    <a:cubicBezTo>
                      <a:pt x="3952" y="655"/>
                      <a:pt x="3967" y="659"/>
                      <a:pt x="3989" y="660"/>
                    </a:cubicBezTo>
                    <a:cubicBezTo>
                      <a:pt x="3989" y="673"/>
                      <a:pt x="3989" y="673"/>
                      <a:pt x="3989" y="673"/>
                    </a:cubicBezTo>
                    <a:cubicBezTo>
                      <a:pt x="3786" y="673"/>
                      <a:pt x="3786" y="673"/>
                      <a:pt x="3786" y="673"/>
                    </a:cubicBezTo>
                    <a:lnTo>
                      <a:pt x="3786" y="660"/>
                    </a:lnTo>
                    <a:close/>
                    <a:moveTo>
                      <a:pt x="4488" y="230"/>
                    </a:moveTo>
                    <a:cubicBezTo>
                      <a:pt x="4488" y="263"/>
                      <a:pt x="4488" y="263"/>
                      <a:pt x="4488" y="263"/>
                    </a:cubicBezTo>
                    <a:cubicBezTo>
                      <a:pt x="4393" y="263"/>
                      <a:pt x="4393" y="263"/>
                      <a:pt x="4393" y="263"/>
                    </a:cubicBezTo>
                    <a:cubicBezTo>
                      <a:pt x="4392" y="539"/>
                      <a:pt x="4392" y="539"/>
                      <a:pt x="4392" y="539"/>
                    </a:cubicBezTo>
                    <a:cubicBezTo>
                      <a:pt x="4392" y="564"/>
                      <a:pt x="4394" y="582"/>
                      <a:pt x="4398" y="594"/>
                    </a:cubicBezTo>
                    <a:cubicBezTo>
                      <a:pt x="4405" y="617"/>
                      <a:pt x="4420" y="628"/>
                      <a:pt x="4442" y="628"/>
                    </a:cubicBezTo>
                    <a:cubicBezTo>
                      <a:pt x="4453" y="628"/>
                      <a:pt x="4463" y="625"/>
                      <a:pt x="4471" y="619"/>
                    </a:cubicBezTo>
                    <a:cubicBezTo>
                      <a:pt x="4479" y="614"/>
                      <a:pt x="4489" y="605"/>
                      <a:pt x="4499" y="594"/>
                    </a:cubicBezTo>
                    <a:cubicBezTo>
                      <a:pt x="4512" y="604"/>
                      <a:pt x="4512" y="604"/>
                      <a:pt x="4512" y="604"/>
                    </a:cubicBezTo>
                    <a:cubicBezTo>
                      <a:pt x="4501" y="619"/>
                      <a:pt x="4501" y="619"/>
                      <a:pt x="4501" y="619"/>
                    </a:cubicBezTo>
                    <a:cubicBezTo>
                      <a:pt x="4485" y="642"/>
                      <a:pt x="4468" y="658"/>
                      <a:pt x="4450" y="667"/>
                    </a:cubicBezTo>
                    <a:cubicBezTo>
                      <a:pt x="4432" y="677"/>
                      <a:pt x="4414" y="682"/>
                      <a:pt x="4398" y="682"/>
                    </a:cubicBezTo>
                    <a:cubicBezTo>
                      <a:pt x="4361" y="682"/>
                      <a:pt x="4336" y="665"/>
                      <a:pt x="4323" y="631"/>
                    </a:cubicBezTo>
                    <a:cubicBezTo>
                      <a:pt x="4316" y="613"/>
                      <a:pt x="4312" y="587"/>
                      <a:pt x="4312" y="555"/>
                    </a:cubicBezTo>
                    <a:cubicBezTo>
                      <a:pt x="4312" y="263"/>
                      <a:pt x="4312" y="263"/>
                      <a:pt x="4312" y="263"/>
                    </a:cubicBezTo>
                    <a:cubicBezTo>
                      <a:pt x="4261" y="263"/>
                      <a:pt x="4261" y="263"/>
                      <a:pt x="4261" y="263"/>
                    </a:cubicBezTo>
                    <a:cubicBezTo>
                      <a:pt x="4260" y="262"/>
                      <a:pt x="4258" y="261"/>
                      <a:pt x="4258" y="260"/>
                    </a:cubicBezTo>
                    <a:cubicBezTo>
                      <a:pt x="4257" y="259"/>
                      <a:pt x="4256" y="258"/>
                      <a:pt x="4256" y="256"/>
                    </a:cubicBezTo>
                    <a:cubicBezTo>
                      <a:pt x="4256" y="253"/>
                      <a:pt x="4257" y="251"/>
                      <a:pt x="4259" y="249"/>
                    </a:cubicBezTo>
                    <a:cubicBezTo>
                      <a:pt x="4260" y="247"/>
                      <a:pt x="4264" y="244"/>
                      <a:pt x="4272" y="237"/>
                    </a:cubicBezTo>
                    <a:cubicBezTo>
                      <a:pt x="4293" y="219"/>
                      <a:pt x="4309" y="204"/>
                      <a:pt x="4318" y="193"/>
                    </a:cubicBezTo>
                    <a:cubicBezTo>
                      <a:pt x="4328" y="182"/>
                      <a:pt x="4350" y="152"/>
                      <a:pt x="4385" y="103"/>
                    </a:cubicBezTo>
                    <a:cubicBezTo>
                      <a:pt x="4389" y="103"/>
                      <a:pt x="4392" y="104"/>
                      <a:pt x="4393" y="104"/>
                    </a:cubicBezTo>
                    <a:cubicBezTo>
                      <a:pt x="4393" y="105"/>
                      <a:pt x="4394" y="107"/>
                      <a:pt x="4394" y="111"/>
                    </a:cubicBezTo>
                    <a:cubicBezTo>
                      <a:pt x="4394" y="230"/>
                      <a:pt x="4394" y="230"/>
                      <a:pt x="4394" y="230"/>
                    </a:cubicBezTo>
                    <a:lnTo>
                      <a:pt x="4488" y="230"/>
                    </a:lnTo>
                    <a:close/>
                    <a:moveTo>
                      <a:pt x="4833" y="287"/>
                    </a:moveTo>
                    <a:cubicBezTo>
                      <a:pt x="4873" y="243"/>
                      <a:pt x="4923" y="221"/>
                      <a:pt x="4985" y="221"/>
                    </a:cubicBezTo>
                    <a:cubicBezTo>
                      <a:pt x="5047" y="221"/>
                      <a:pt x="5098" y="242"/>
                      <a:pt x="5139" y="284"/>
                    </a:cubicBezTo>
                    <a:cubicBezTo>
                      <a:pt x="5179" y="325"/>
                      <a:pt x="5200" y="381"/>
                      <a:pt x="5200" y="450"/>
                    </a:cubicBezTo>
                    <a:cubicBezTo>
                      <a:pt x="5200" y="514"/>
                      <a:pt x="5180" y="570"/>
                      <a:pt x="5141" y="617"/>
                    </a:cubicBezTo>
                    <a:cubicBezTo>
                      <a:pt x="5101" y="664"/>
                      <a:pt x="5051" y="688"/>
                      <a:pt x="4988" y="688"/>
                    </a:cubicBezTo>
                    <a:cubicBezTo>
                      <a:pt x="4928" y="688"/>
                      <a:pt x="4878" y="665"/>
                      <a:pt x="4836" y="620"/>
                    </a:cubicBezTo>
                    <a:cubicBezTo>
                      <a:pt x="4795" y="575"/>
                      <a:pt x="4774" y="518"/>
                      <a:pt x="4774" y="449"/>
                    </a:cubicBezTo>
                    <a:cubicBezTo>
                      <a:pt x="4774" y="385"/>
                      <a:pt x="4794" y="331"/>
                      <a:pt x="4833" y="287"/>
                    </a:cubicBezTo>
                    <a:close/>
                    <a:moveTo>
                      <a:pt x="4908" y="273"/>
                    </a:moveTo>
                    <a:cubicBezTo>
                      <a:pt x="4877" y="303"/>
                      <a:pt x="4861" y="353"/>
                      <a:pt x="4861" y="425"/>
                    </a:cubicBezTo>
                    <a:cubicBezTo>
                      <a:pt x="4861" y="483"/>
                      <a:pt x="4873" y="536"/>
                      <a:pt x="4899" y="586"/>
                    </a:cubicBezTo>
                    <a:cubicBezTo>
                      <a:pt x="4924" y="636"/>
                      <a:pt x="4959" y="661"/>
                      <a:pt x="5003" y="661"/>
                    </a:cubicBezTo>
                    <a:cubicBezTo>
                      <a:pt x="5038" y="661"/>
                      <a:pt x="5065" y="644"/>
                      <a:pt x="5084" y="611"/>
                    </a:cubicBezTo>
                    <a:cubicBezTo>
                      <a:pt x="5103" y="578"/>
                      <a:pt x="5113" y="534"/>
                      <a:pt x="5113" y="480"/>
                    </a:cubicBezTo>
                    <a:cubicBezTo>
                      <a:pt x="5113" y="424"/>
                      <a:pt x="5101" y="372"/>
                      <a:pt x="5077" y="322"/>
                    </a:cubicBezTo>
                    <a:cubicBezTo>
                      <a:pt x="5053" y="273"/>
                      <a:pt x="5018" y="248"/>
                      <a:pt x="4972" y="248"/>
                    </a:cubicBezTo>
                    <a:cubicBezTo>
                      <a:pt x="4947" y="248"/>
                      <a:pt x="4926" y="257"/>
                      <a:pt x="4908" y="273"/>
                    </a:cubicBezTo>
                    <a:close/>
                    <a:moveTo>
                      <a:pt x="5246" y="660"/>
                    </a:moveTo>
                    <a:cubicBezTo>
                      <a:pt x="5279" y="658"/>
                      <a:pt x="5301" y="652"/>
                      <a:pt x="5311" y="640"/>
                    </a:cubicBezTo>
                    <a:cubicBezTo>
                      <a:pt x="5322" y="629"/>
                      <a:pt x="5327" y="606"/>
                      <a:pt x="5327" y="570"/>
                    </a:cubicBezTo>
                    <a:cubicBezTo>
                      <a:pt x="5327" y="263"/>
                      <a:pt x="5327" y="263"/>
                      <a:pt x="5327" y="263"/>
                    </a:cubicBezTo>
                    <a:cubicBezTo>
                      <a:pt x="5247" y="263"/>
                      <a:pt x="5247" y="263"/>
                      <a:pt x="5247" y="263"/>
                    </a:cubicBezTo>
                    <a:cubicBezTo>
                      <a:pt x="5247" y="230"/>
                      <a:pt x="5247" y="230"/>
                      <a:pt x="5247" y="230"/>
                    </a:cubicBezTo>
                    <a:cubicBezTo>
                      <a:pt x="5327" y="230"/>
                      <a:pt x="5327" y="230"/>
                      <a:pt x="5327" y="230"/>
                    </a:cubicBezTo>
                    <a:cubicBezTo>
                      <a:pt x="5327" y="179"/>
                      <a:pt x="5333" y="136"/>
                      <a:pt x="5347" y="101"/>
                    </a:cubicBezTo>
                    <a:cubicBezTo>
                      <a:pt x="5372" y="33"/>
                      <a:pt x="5419" y="0"/>
                      <a:pt x="5488" y="0"/>
                    </a:cubicBezTo>
                    <a:cubicBezTo>
                      <a:pt x="5515" y="0"/>
                      <a:pt x="5540" y="5"/>
                      <a:pt x="5561" y="17"/>
                    </a:cubicBezTo>
                    <a:cubicBezTo>
                      <a:pt x="5583" y="28"/>
                      <a:pt x="5594" y="43"/>
                      <a:pt x="5594" y="62"/>
                    </a:cubicBezTo>
                    <a:cubicBezTo>
                      <a:pt x="5594" y="73"/>
                      <a:pt x="5590" y="82"/>
                      <a:pt x="5583" y="91"/>
                    </a:cubicBezTo>
                    <a:cubicBezTo>
                      <a:pt x="5575" y="99"/>
                      <a:pt x="5566" y="103"/>
                      <a:pt x="5556" y="103"/>
                    </a:cubicBezTo>
                    <a:cubicBezTo>
                      <a:pt x="5547" y="103"/>
                      <a:pt x="5539" y="100"/>
                      <a:pt x="5533" y="95"/>
                    </a:cubicBezTo>
                    <a:cubicBezTo>
                      <a:pt x="5526" y="89"/>
                      <a:pt x="5518" y="79"/>
                      <a:pt x="5509" y="64"/>
                    </a:cubicBezTo>
                    <a:cubicBezTo>
                      <a:pt x="5501" y="52"/>
                      <a:pt x="5501" y="52"/>
                      <a:pt x="5501" y="52"/>
                    </a:cubicBezTo>
                    <a:cubicBezTo>
                      <a:pt x="5497" y="45"/>
                      <a:pt x="5492" y="39"/>
                      <a:pt x="5486" y="34"/>
                    </a:cubicBezTo>
                    <a:cubicBezTo>
                      <a:pt x="5480" y="30"/>
                      <a:pt x="5472" y="27"/>
                      <a:pt x="5462" y="27"/>
                    </a:cubicBezTo>
                    <a:cubicBezTo>
                      <a:pt x="5438" y="27"/>
                      <a:pt x="5422" y="39"/>
                      <a:pt x="5414" y="64"/>
                    </a:cubicBezTo>
                    <a:cubicBezTo>
                      <a:pt x="5409" y="77"/>
                      <a:pt x="5407" y="94"/>
                      <a:pt x="5407" y="115"/>
                    </a:cubicBezTo>
                    <a:cubicBezTo>
                      <a:pt x="5407" y="230"/>
                      <a:pt x="5407" y="230"/>
                      <a:pt x="5407" y="230"/>
                    </a:cubicBezTo>
                    <a:cubicBezTo>
                      <a:pt x="5523" y="230"/>
                      <a:pt x="5523" y="230"/>
                      <a:pt x="5523" y="230"/>
                    </a:cubicBezTo>
                    <a:cubicBezTo>
                      <a:pt x="5523" y="263"/>
                      <a:pt x="5523" y="263"/>
                      <a:pt x="5523" y="263"/>
                    </a:cubicBezTo>
                    <a:cubicBezTo>
                      <a:pt x="5407" y="263"/>
                      <a:pt x="5407" y="263"/>
                      <a:pt x="5407" y="263"/>
                    </a:cubicBezTo>
                    <a:cubicBezTo>
                      <a:pt x="5407" y="570"/>
                      <a:pt x="5407" y="570"/>
                      <a:pt x="5407" y="570"/>
                    </a:cubicBezTo>
                    <a:cubicBezTo>
                      <a:pt x="5407" y="607"/>
                      <a:pt x="5412" y="630"/>
                      <a:pt x="5421" y="640"/>
                    </a:cubicBezTo>
                    <a:cubicBezTo>
                      <a:pt x="5431" y="650"/>
                      <a:pt x="5456" y="657"/>
                      <a:pt x="5496" y="660"/>
                    </a:cubicBezTo>
                    <a:cubicBezTo>
                      <a:pt x="5496" y="673"/>
                      <a:pt x="5496" y="673"/>
                      <a:pt x="5496" y="673"/>
                    </a:cubicBezTo>
                    <a:cubicBezTo>
                      <a:pt x="5246" y="673"/>
                      <a:pt x="5246" y="673"/>
                      <a:pt x="5246" y="673"/>
                    </a:cubicBezTo>
                    <a:lnTo>
                      <a:pt x="5246" y="660"/>
                    </a:lnTo>
                    <a:close/>
                    <a:moveTo>
                      <a:pt x="29" y="2106"/>
                    </a:moveTo>
                    <a:cubicBezTo>
                      <a:pt x="50" y="2165"/>
                      <a:pt x="75" y="2213"/>
                      <a:pt x="104" y="2248"/>
                    </a:cubicBezTo>
                    <a:cubicBezTo>
                      <a:pt x="154" y="2310"/>
                      <a:pt x="217" y="2341"/>
                      <a:pt x="291" y="2341"/>
                    </a:cubicBezTo>
                    <a:cubicBezTo>
                      <a:pt x="332" y="2341"/>
                      <a:pt x="367" y="2328"/>
                      <a:pt x="396" y="2301"/>
                    </a:cubicBezTo>
                    <a:cubicBezTo>
                      <a:pt x="425" y="2274"/>
                      <a:pt x="440" y="2236"/>
                      <a:pt x="440" y="2188"/>
                    </a:cubicBezTo>
                    <a:cubicBezTo>
                      <a:pt x="440" y="2144"/>
                      <a:pt x="425" y="2106"/>
                      <a:pt x="395" y="2074"/>
                    </a:cubicBezTo>
                    <a:cubicBezTo>
                      <a:pt x="376" y="2053"/>
                      <a:pt x="335" y="2023"/>
                      <a:pt x="272" y="1982"/>
                    </a:cubicBezTo>
                    <a:cubicBezTo>
                      <a:pt x="163" y="1911"/>
                      <a:pt x="163" y="1911"/>
                      <a:pt x="163" y="1911"/>
                    </a:cubicBezTo>
                    <a:cubicBezTo>
                      <a:pt x="130" y="1889"/>
                      <a:pt x="104" y="1867"/>
                      <a:pt x="85" y="1844"/>
                    </a:cubicBezTo>
                    <a:cubicBezTo>
                      <a:pt x="49" y="1802"/>
                      <a:pt x="31" y="1755"/>
                      <a:pt x="31" y="1704"/>
                    </a:cubicBezTo>
                    <a:cubicBezTo>
                      <a:pt x="31" y="1637"/>
                      <a:pt x="52" y="1580"/>
                      <a:pt x="95" y="1535"/>
                    </a:cubicBezTo>
                    <a:cubicBezTo>
                      <a:pt x="138" y="1490"/>
                      <a:pt x="194" y="1468"/>
                      <a:pt x="265" y="1468"/>
                    </a:cubicBezTo>
                    <a:cubicBezTo>
                      <a:pt x="294" y="1468"/>
                      <a:pt x="329" y="1475"/>
                      <a:pt x="370" y="1489"/>
                    </a:cubicBezTo>
                    <a:cubicBezTo>
                      <a:pt x="411" y="1504"/>
                      <a:pt x="434" y="1511"/>
                      <a:pt x="440" y="1511"/>
                    </a:cubicBezTo>
                    <a:cubicBezTo>
                      <a:pt x="455" y="1511"/>
                      <a:pt x="466" y="1507"/>
                      <a:pt x="472" y="1500"/>
                    </a:cubicBezTo>
                    <a:cubicBezTo>
                      <a:pt x="478" y="1492"/>
                      <a:pt x="483" y="1482"/>
                      <a:pt x="486" y="1468"/>
                    </a:cubicBezTo>
                    <a:cubicBezTo>
                      <a:pt x="511" y="1468"/>
                      <a:pt x="511" y="1468"/>
                      <a:pt x="511" y="1468"/>
                    </a:cubicBezTo>
                    <a:cubicBezTo>
                      <a:pt x="539" y="1752"/>
                      <a:pt x="539" y="1752"/>
                      <a:pt x="539" y="1752"/>
                    </a:cubicBezTo>
                    <a:cubicBezTo>
                      <a:pt x="508" y="1752"/>
                      <a:pt x="508" y="1752"/>
                      <a:pt x="508" y="1752"/>
                    </a:cubicBezTo>
                    <a:cubicBezTo>
                      <a:pt x="488" y="1667"/>
                      <a:pt x="454" y="1607"/>
                      <a:pt x="409" y="1573"/>
                    </a:cubicBezTo>
                    <a:cubicBezTo>
                      <a:pt x="363" y="1540"/>
                      <a:pt x="318" y="1523"/>
                      <a:pt x="273" y="1523"/>
                    </a:cubicBezTo>
                    <a:cubicBezTo>
                      <a:pt x="238" y="1523"/>
                      <a:pt x="208" y="1534"/>
                      <a:pt x="182" y="1555"/>
                    </a:cubicBezTo>
                    <a:cubicBezTo>
                      <a:pt x="156" y="1577"/>
                      <a:pt x="143" y="1607"/>
                      <a:pt x="143" y="1645"/>
                    </a:cubicBezTo>
                    <a:cubicBezTo>
                      <a:pt x="143" y="1680"/>
                      <a:pt x="153" y="1709"/>
                      <a:pt x="173" y="1733"/>
                    </a:cubicBezTo>
                    <a:cubicBezTo>
                      <a:pt x="193" y="1758"/>
                      <a:pt x="224" y="1784"/>
                      <a:pt x="266" y="1811"/>
                    </a:cubicBezTo>
                    <a:cubicBezTo>
                      <a:pt x="378" y="1884"/>
                      <a:pt x="378" y="1884"/>
                      <a:pt x="378" y="1884"/>
                    </a:cubicBezTo>
                    <a:cubicBezTo>
                      <a:pt x="448" y="1929"/>
                      <a:pt x="497" y="1971"/>
                      <a:pt x="526" y="2008"/>
                    </a:cubicBezTo>
                    <a:cubicBezTo>
                      <a:pt x="554" y="2047"/>
                      <a:pt x="568" y="2092"/>
                      <a:pt x="568" y="2144"/>
                    </a:cubicBezTo>
                    <a:cubicBezTo>
                      <a:pt x="568" y="2214"/>
                      <a:pt x="543" y="2272"/>
                      <a:pt x="493" y="2319"/>
                    </a:cubicBezTo>
                    <a:cubicBezTo>
                      <a:pt x="443" y="2366"/>
                      <a:pt x="379" y="2390"/>
                      <a:pt x="302" y="2390"/>
                    </a:cubicBezTo>
                    <a:cubicBezTo>
                      <a:pt x="263" y="2390"/>
                      <a:pt x="222" y="2382"/>
                      <a:pt x="179" y="2366"/>
                    </a:cubicBezTo>
                    <a:cubicBezTo>
                      <a:pt x="137" y="2350"/>
                      <a:pt x="112" y="2342"/>
                      <a:pt x="106" y="2342"/>
                    </a:cubicBezTo>
                    <a:cubicBezTo>
                      <a:pt x="91" y="2342"/>
                      <a:pt x="82" y="2347"/>
                      <a:pt x="76" y="2357"/>
                    </a:cubicBezTo>
                    <a:cubicBezTo>
                      <a:pt x="71" y="2367"/>
                      <a:pt x="68" y="2378"/>
                      <a:pt x="66" y="2390"/>
                    </a:cubicBezTo>
                    <a:cubicBezTo>
                      <a:pt x="38" y="2390"/>
                      <a:pt x="38" y="2390"/>
                      <a:pt x="38" y="2390"/>
                    </a:cubicBezTo>
                    <a:cubicBezTo>
                      <a:pt x="0" y="2106"/>
                      <a:pt x="0" y="2106"/>
                      <a:pt x="0" y="2106"/>
                    </a:cubicBezTo>
                    <a:lnTo>
                      <a:pt x="29" y="2106"/>
                    </a:lnTo>
                    <a:close/>
                    <a:moveTo>
                      <a:pt x="847" y="1769"/>
                    </a:moveTo>
                    <a:cubicBezTo>
                      <a:pt x="847" y="2184"/>
                      <a:pt x="847" y="2184"/>
                      <a:pt x="847" y="2184"/>
                    </a:cubicBezTo>
                    <a:cubicBezTo>
                      <a:pt x="847" y="2213"/>
                      <a:pt x="851" y="2237"/>
                      <a:pt x="859" y="2255"/>
                    </a:cubicBezTo>
                    <a:cubicBezTo>
                      <a:pt x="875" y="2287"/>
                      <a:pt x="904" y="2304"/>
                      <a:pt x="945" y="2304"/>
                    </a:cubicBezTo>
                    <a:cubicBezTo>
                      <a:pt x="974" y="2304"/>
                      <a:pt x="1002" y="2294"/>
                      <a:pt x="1029" y="2275"/>
                    </a:cubicBezTo>
                    <a:cubicBezTo>
                      <a:pt x="1044" y="2264"/>
                      <a:pt x="1060" y="2249"/>
                      <a:pt x="1076" y="2230"/>
                    </a:cubicBezTo>
                    <a:cubicBezTo>
                      <a:pt x="1076" y="1875"/>
                      <a:pt x="1076" y="1875"/>
                      <a:pt x="1076" y="1875"/>
                    </a:cubicBezTo>
                    <a:cubicBezTo>
                      <a:pt x="1076" y="1842"/>
                      <a:pt x="1070" y="1820"/>
                      <a:pt x="1058" y="1810"/>
                    </a:cubicBezTo>
                    <a:cubicBezTo>
                      <a:pt x="1045" y="1800"/>
                      <a:pt x="1021" y="1793"/>
                      <a:pt x="984" y="1791"/>
                    </a:cubicBezTo>
                    <a:cubicBezTo>
                      <a:pt x="984" y="1769"/>
                      <a:pt x="984" y="1769"/>
                      <a:pt x="984" y="1769"/>
                    </a:cubicBezTo>
                    <a:cubicBezTo>
                      <a:pt x="1182" y="1769"/>
                      <a:pt x="1182" y="1769"/>
                      <a:pt x="1182" y="1769"/>
                    </a:cubicBezTo>
                    <a:cubicBezTo>
                      <a:pt x="1182" y="2231"/>
                      <a:pt x="1182" y="2231"/>
                      <a:pt x="1182" y="2231"/>
                    </a:cubicBezTo>
                    <a:cubicBezTo>
                      <a:pt x="1182" y="2260"/>
                      <a:pt x="1187" y="2280"/>
                      <a:pt x="1197" y="2291"/>
                    </a:cubicBezTo>
                    <a:cubicBezTo>
                      <a:pt x="1206" y="2302"/>
                      <a:pt x="1227" y="2307"/>
                      <a:pt x="1259" y="2306"/>
                    </a:cubicBezTo>
                    <a:cubicBezTo>
                      <a:pt x="1259" y="2323"/>
                      <a:pt x="1259" y="2323"/>
                      <a:pt x="1259" y="2323"/>
                    </a:cubicBezTo>
                    <a:cubicBezTo>
                      <a:pt x="1236" y="2330"/>
                      <a:pt x="1220" y="2335"/>
                      <a:pt x="1209" y="2338"/>
                    </a:cubicBezTo>
                    <a:cubicBezTo>
                      <a:pt x="1199" y="2341"/>
                      <a:pt x="1181" y="2347"/>
                      <a:pt x="1156" y="2356"/>
                    </a:cubicBezTo>
                    <a:cubicBezTo>
                      <a:pt x="1146" y="2359"/>
                      <a:pt x="1123" y="2368"/>
                      <a:pt x="1087" y="2383"/>
                    </a:cubicBezTo>
                    <a:cubicBezTo>
                      <a:pt x="1085" y="2383"/>
                      <a:pt x="1084" y="2382"/>
                      <a:pt x="1083" y="2380"/>
                    </a:cubicBezTo>
                    <a:cubicBezTo>
                      <a:pt x="1083" y="2378"/>
                      <a:pt x="1083" y="2375"/>
                      <a:pt x="1083" y="2373"/>
                    </a:cubicBezTo>
                    <a:cubicBezTo>
                      <a:pt x="1083" y="2265"/>
                      <a:pt x="1083" y="2265"/>
                      <a:pt x="1083" y="2265"/>
                    </a:cubicBezTo>
                    <a:cubicBezTo>
                      <a:pt x="1054" y="2300"/>
                      <a:pt x="1029" y="2326"/>
                      <a:pt x="1005" y="2344"/>
                    </a:cubicBezTo>
                    <a:cubicBezTo>
                      <a:pt x="970" y="2370"/>
                      <a:pt x="932" y="2383"/>
                      <a:pt x="893" y="2383"/>
                    </a:cubicBezTo>
                    <a:cubicBezTo>
                      <a:pt x="857" y="2383"/>
                      <a:pt x="823" y="2369"/>
                      <a:pt x="791" y="2343"/>
                    </a:cubicBezTo>
                    <a:cubicBezTo>
                      <a:pt x="758" y="2316"/>
                      <a:pt x="742" y="2272"/>
                      <a:pt x="742" y="2210"/>
                    </a:cubicBezTo>
                    <a:cubicBezTo>
                      <a:pt x="742" y="1873"/>
                      <a:pt x="742" y="1873"/>
                      <a:pt x="742" y="1873"/>
                    </a:cubicBezTo>
                    <a:cubicBezTo>
                      <a:pt x="742" y="1838"/>
                      <a:pt x="735" y="1814"/>
                      <a:pt x="722" y="1803"/>
                    </a:cubicBezTo>
                    <a:cubicBezTo>
                      <a:pt x="713" y="1795"/>
                      <a:pt x="694" y="1790"/>
                      <a:pt x="665" y="1787"/>
                    </a:cubicBezTo>
                    <a:cubicBezTo>
                      <a:pt x="665" y="1769"/>
                      <a:pt x="665" y="1769"/>
                      <a:pt x="665" y="1769"/>
                    </a:cubicBezTo>
                    <a:lnTo>
                      <a:pt x="847" y="1769"/>
                    </a:lnTo>
                    <a:close/>
                    <a:moveTo>
                      <a:pt x="1353" y="2165"/>
                    </a:moveTo>
                    <a:cubicBezTo>
                      <a:pt x="1374" y="2165"/>
                      <a:pt x="1374" y="2165"/>
                      <a:pt x="1374" y="2165"/>
                    </a:cubicBezTo>
                    <a:cubicBezTo>
                      <a:pt x="1383" y="2215"/>
                      <a:pt x="1396" y="2253"/>
                      <a:pt x="1412" y="2279"/>
                    </a:cubicBezTo>
                    <a:cubicBezTo>
                      <a:pt x="1441" y="2328"/>
                      <a:pt x="1483" y="2352"/>
                      <a:pt x="1539" y="2352"/>
                    </a:cubicBezTo>
                    <a:cubicBezTo>
                      <a:pt x="1569" y="2352"/>
                      <a:pt x="1594" y="2343"/>
                      <a:pt x="1612" y="2325"/>
                    </a:cubicBezTo>
                    <a:cubicBezTo>
                      <a:pt x="1630" y="2307"/>
                      <a:pt x="1639" y="2284"/>
                      <a:pt x="1639" y="2255"/>
                    </a:cubicBezTo>
                    <a:cubicBezTo>
                      <a:pt x="1639" y="2237"/>
                      <a:pt x="1634" y="2219"/>
                      <a:pt x="1623" y="2202"/>
                    </a:cubicBezTo>
                    <a:cubicBezTo>
                      <a:pt x="1613" y="2185"/>
                      <a:pt x="1595" y="2169"/>
                      <a:pt x="1569" y="2153"/>
                    </a:cubicBezTo>
                    <a:cubicBezTo>
                      <a:pt x="1500" y="2111"/>
                      <a:pt x="1500" y="2111"/>
                      <a:pt x="1500" y="2111"/>
                    </a:cubicBezTo>
                    <a:cubicBezTo>
                      <a:pt x="1449" y="2082"/>
                      <a:pt x="1411" y="2053"/>
                      <a:pt x="1387" y="2024"/>
                    </a:cubicBezTo>
                    <a:cubicBezTo>
                      <a:pt x="1363" y="1995"/>
                      <a:pt x="1351" y="1961"/>
                      <a:pt x="1351" y="1921"/>
                    </a:cubicBezTo>
                    <a:cubicBezTo>
                      <a:pt x="1351" y="1872"/>
                      <a:pt x="1367" y="1832"/>
                      <a:pt x="1400" y="1801"/>
                    </a:cubicBezTo>
                    <a:cubicBezTo>
                      <a:pt x="1433" y="1770"/>
                      <a:pt x="1474" y="1754"/>
                      <a:pt x="1524" y="1754"/>
                    </a:cubicBezTo>
                    <a:cubicBezTo>
                      <a:pt x="1546" y="1754"/>
                      <a:pt x="1570" y="1758"/>
                      <a:pt x="1596" y="1767"/>
                    </a:cubicBezTo>
                    <a:cubicBezTo>
                      <a:pt x="1622" y="1776"/>
                      <a:pt x="1637" y="1780"/>
                      <a:pt x="1640" y="1780"/>
                    </a:cubicBezTo>
                    <a:cubicBezTo>
                      <a:pt x="1648" y="1780"/>
                      <a:pt x="1653" y="1779"/>
                      <a:pt x="1656" y="1777"/>
                    </a:cubicBezTo>
                    <a:cubicBezTo>
                      <a:pt x="1660" y="1775"/>
                      <a:pt x="1663" y="1772"/>
                      <a:pt x="1665" y="1767"/>
                    </a:cubicBezTo>
                    <a:cubicBezTo>
                      <a:pt x="1683" y="1767"/>
                      <a:pt x="1683" y="1767"/>
                      <a:pt x="1683" y="1767"/>
                    </a:cubicBezTo>
                    <a:cubicBezTo>
                      <a:pt x="1687" y="1950"/>
                      <a:pt x="1687" y="1950"/>
                      <a:pt x="1687" y="1950"/>
                    </a:cubicBezTo>
                    <a:cubicBezTo>
                      <a:pt x="1670" y="1950"/>
                      <a:pt x="1670" y="1950"/>
                      <a:pt x="1670" y="1950"/>
                    </a:cubicBezTo>
                    <a:cubicBezTo>
                      <a:pt x="1661" y="1907"/>
                      <a:pt x="1650" y="1874"/>
                      <a:pt x="1636" y="1850"/>
                    </a:cubicBezTo>
                    <a:cubicBezTo>
                      <a:pt x="1610" y="1807"/>
                      <a:pt x="1572" y="1785"/>
                      <a:pt x="1524" y="1785"/>
                    </a:cubicBezTo>
                    <a:cubicBezTo>
                      <a:pt x="1494" y="1785"/>
                      <a:pt x="1471" y="1794"/>
                      <a:pt x="1455" y="1813"/>
                    </a:cubicBezTo>
                    <a:cubicBezTo>
                      <a:pt x="1438" y="1831"/>
                      <a:pt x="1430" y="1853"/>
                      <a:pt x="1430" y="1879"/>
                    </a:cubicBezTo>
                    <a:cubicBezTo>
                      <a:pt x="1430" y="1919"/>
                      <a:pt x="1458" y="1954"/>
                      <a:pt x="1515" y="1986"/>
                    </a:cubicBezTo>
                    <a:cubicBezTo>
                      <a:pt x="1597" y="2032"/>
                      <a:pt x="1597" y="2032"/>
                      <a:pt x="1597" y="2032"/>
                    </a:cubicBezTo>
                    <a:cubicBezTo>
                      <a:pt x="1685" y="2082"/>
                      <a:pt x="1729" y="2141"/>
                      <a:pt x="1729" y="2208"/>
                    </a:cubicBezTo>
                    <a:cubicBezTo>
                      <a:pt x="1729" y="2259"/>
                      <a:pt x="1711" y="2301"/>
                      <a:pt x="1674" y="2334"/>
                    </a:cubicBezTo>
                    <a:cubicBezTo>
                      <a:pt x="1638" y="2367"/>
                      <a:pt x="1590" y="2383"/>
                      <a:pt x="1531" y="2383"/>
                    </a:cubicBezTo>
                    <a:cubicBezTo>
                      <a:pt x="1507" y="2383"/>
                      <a:pt x="1479" y="2379"/>
                      <a:pt x="1447" y="2370"/>
                    </a:cubicBezTo>
                    <a:cubicBezTo>
                      <a:pt x="1416" y="2361"/>
                      <a:pt x="1398" y="2356"/>
                      <a:pt x="1392" y="2356"/>
                    </a:cubicBezTo>
                    <a:cubicBezTo>
                      <a:pt x="1387" y="2356"/>
                      <a:pt x="1383" y="2358"/>
                      <a:pt x="1379" y="2362"/>
                    </a:cubicBezTo>
                    <a:cubicBezTo>
                      <a:pt x="1375" y="2366"/>
                      <a:pt x="1372" y="2371"/>
                      <a:pt x="1370" y="2376"/>
                    </a:cubicBezTo>
                    <a:cubicBezTo>
                      <a:pt x="1353" y="2376"/>
                      <a:pt x="1353" y="2376"/>
                      <a:pt x="1353" y="2376"/>
                    </a:cubicBezTo>
                    <a:lnTo>
                      <a:pt x="1353" y="2165"/>
                    </a:lnTo>
                    <a:close/>
                    <a:moveTo>
                      <a:pt x="2104" y="1769"/>
                    </a:moveTo>
                    <a:cubicBezTo>
                      <a:pt x="2104" y="1813"/>
                      <a:pt x="2104" y="1813"/>
                      <a:pt x="2104" y="1813"/>
                    </a:cubicBezTo>
                    <a:cubicBezTo>
                      <a:pt x="1977" y="1813"/>
                      <a:pt x="1977" y="1813"/>
                      <a:pt x="1977" y="1813"/>
                    </a:cubicBezTo>
                    <a:cubicBezTo>
                      <a:pt x="1976" y="2190"/>
                      <a:pt x="1976" y="2190"/>
                      <a:pt x="1976" y="2190"/>
                    </a:cubicBezTo>
                    <a:cubicBezTo>
                      <a:pt x="1976" y="2223"/>
                      <a:pt x="1978" y="2248"/>
                      <a:pt x="1984" y="2265"/>
                    </a:cubicBezTo>
                    <a:cubicBezTo>
                      <a:pt x="1994" y="2295"/>
                      <a:pt x="2013" y="2310"/>
                      <a:pt x="2042" y="2310"/>
                    </a:cubicBezTo>
                    <a:cubicBezTo>
                      <a:pt x="2057" y="2310"/>
                      <a:pt x="2070" y="2307"/>
                      <a:pt x="2081" y="2299"/>
                    </a:cubicBezTo>
                    <a:cubicBezTo>
                      <a:pt x="2092" y="2292"/>
                      <a:pt x="2105" y="2280"/>
                      <a:pt x="2119" y="2264"/>
                    </a:cubicBezTo>
                    <a:cubicBezTo>
                      <a:pt x="2135" y="2279"/>
                      <a:pt x="2135" y="2279"/>
                      <a:pt x="2135" y="2279"/>
                    </a:cubicBezTo>
                    <a:cubicBezTo>
                      <a:pt x="2122" y="2298"/>
                      <a:pt x="2122" y="2298"/>
                      <a:pt x="2122" y="2298"/>
                    </a:cubicBezTo>
                    <a:cubicBezTo>
                      <a:pt x="2100" y="2329"/>
                      <a:pt x="2078" y="2351"/>
                      <a:pt x="2054" y="2364"/>
                    </a:cubicBezTo>
                    <a:cubicBezTo>
                      <a:pt x="2030" y="2377"/>
                      <a:pt x="2007" y="2383"/>
                      <a:pt x="1984" y="2383"/>
                    </a:cubicBezTo>
                    <a:cubicBezTo>
                      <a:pt x="1936" y="2383"/>
                      <a:pt x="1903" y="2360"/>
                      <a:pt x="1886" y="2314"/>
                    </a:cubicBezTo>
                    <a:cubicBezTo>
                      <a:pt x="1876" y="2289"/>
                      <a:pt x="1871" y="2255"/>
                      <a:pt x="1871" y="2211"/>
                    </a:cubicBezTo>
                    <a:cubicBezTo>
                      <a:pt x="1871" y="1813"/>
                      <a:pt x="1871" y="1813"/>
                      <a:pt x="1871" y="1813"/>
                    </a:cubicBezTo>
                    <a:cubicBezTo>
                      <a:pt x="1803" y="1813"/>
                      <a:pt x="1803" y="1813"/>
                      <a:pt x="1803" y="1813"/>
                    </a:cubicBezTo>
                    <a:cubicBezTo>
                      <a:pt x="1801" y="1812"/>
                      <a:pt x="1799" y="1811"/>
                      <a:pt x="1798" y="1810"/>
                    </a:cubicBezTo>
                    <a:cubicBezTo>
                      <a:pt x="1797" y="1808"/>
                      <a:pt x="1797" y="1807"/>
                      <a:pt x="1797" y="1805"/>
                    </a:cubicBezTo>
                    <a:cubicBezTo>
                      <a:pt x="1797" y="1801"/>
                      <a:pt x="1797" y="1798"/>
                      <a:pt x="1799" y="1795"/>
                    </a:cubicBezTo>
                    <a:cubicBezTo>
                      <a:pt x="1801" y="1793"/>
                      <a:pt x="1807" y="1788"/>
                      <a:pt x="1818" y="1780"/>
                    </a:cubicBezTo>
                    <a:cubicBezTo>
                      <a:pt x="1846" y="1755"/>
                      <a:pt x="1866" y="1735"/>
                      <a:pt x="1879" y="1720"/>
                    </a:cubicBezTo>
                    <a:cubicBezTo>
                      <a:pt x="1891" y="1704"/>
                      <a:pt x="1921" y="1664"/>
                      <a:pt x="1967" y="1598"/>
                    </a:cubicBezTo>
                    <a:cubicBezTo>
                      <a:pt x="1973" y="1598"/>
                      <a:pt x="1976" y="1598"/>
                      <a:pt x="1977" y="1599"/>
                    </a:cubicBezTo>
                    <a:cubicBezTo>
                      <a:pt x="1978" y="1600"/>
                      <a:pt x="1979" y="1603"/>
                      <a:pt x="1979" y="1609"/>
                    </a:cubicBezTo>
                    <a:cubicBezTo>
                      <a:pt x="1979" y="1769"/>
                      <a:pt x="1979" y="1769"/>
                      <a:pt x="1979" y="1769"/>
                    </a:cubicBezTo>
                    <a:lnTo>
                      <a:pt x="2104" y="1769"/>
                    </a:lnTo>
                    <a:close/>
                    <a:moveTo>
                      <a:pt x="2270" y="2085"/>
                    </a:moveTo>
                    <a:cubicBezTo>
                      <a:pt x="2308" y="2059"/>
                      <a:pt x="2383" y="2023"/>
                      <a:pt x="2497" y="1978"/>
                    </a:cubicBezTo>
                    <a:cubicBezTo>
                      <a:pt x="2497" y="1923"/>
                      <a:pt x="2497" y="1923"/>
                      <a:pt x="2497" y="1923"/>
                    </a:cubicBezTo>
                    <a:cubicBezTo>
                      <a:pt x="2497" y="1879"/>
                      <a:pt x="2493" y="1848"/>
                      <a:pt x="2485" y="1831"/>
                    </a:cubicBezTo>
                    <a:cubicBezTo>
                      <a:pt x="2471" y="1801"/>
                      <a:pt x="2442" y="1787"/>
                      <a:pt x="2398" y="1787"/>
                    </a:cubicBezTo>
                    <a:cubicBezTo>
                      <a:pt x="2377" y="1787"/>
                      <a:pt x="2357" y="1793"/>
                      <a:pt x="2338" y="1804"/>
                    </a:cubicBezTo>
                    <a:cubicBezTo>
                      <a:pt x="2319" y="1815"/>
                      <a:pt x="2310" y="1831"/>
                      <a:pt x="2310" y="1852"/>
                    </a:cubicBezTo>
                    <a:cubicBezTo>
                      <a:pt x="2310" y="1857"/>
                      <a:pt x="2311" y="1866"/>
                      <a:pt x="2313" y="1878"/>
                    </a:cubicBezTo>
                    <a:cubicBezTo>
                      <a:pt x="2315" y="1890"/>
                      <a:pt x="2317" y="1898"/>
                      <a:pt x="2317" y="1902"/>
                    </a:cubicBezTo>
                    <a:cubicBezTo>
                      <a:pt x="2317" y="1926"/>
                      <a:pt x="2309" y="1943"/>
                      <a:pt x="2294" y="1952"/>
                    </a:cubicBezTo>
                    <a:cubicBezTo>
                      <a:pt x="2285" y="1958"/>
                      <a:pt x="2274" y="1961"/>
                      <a:pt x="2262" y="1961"/>
                    </a:cubicBezTo>
                    <a:cubicBezTo>
                      <a:pt x="2244" y="1961"/>
                      <a:pt x="2229" y="1954"/>
                      <a:pt x="2219" y="1942"/>
                    </a:cubicBezTo>
                    <a:cubicBezTo>
                      <a:pt x="2209" y="1929"/>
                      <a:pt x="2204" y="1915"/>
                      <a:pt x="2204" y="1899"/>
                    </a:cubicBezTo>
                    <a:cubicBezTo>
                      <a:pt x="2204" y="1869"/>
                      <a:pt x="2222" y="1837"/>
                      <a:pt x="2258" y="1804"/>
                    </a:cubicBezTo>
                    <a:cubicBezTo>
                      <a:pt x="2294" y="1771"/>
                      <a:pt x="2346" y="1754"/>
                      <a:pt x="2415" y="1754"/>
                    </a:cubicBezTo>
                    <a:cubicBezTo>
                      <a:pt x="2495" y="1754"/>
                      <a:pt x="2549" y="1781"/>
                      <a:pt x="2577" y="1836"/>
                    </a:cubicBezTo>
                    <a:cubicBezTo>
                      <a:pt x="2593" y="1866"/>
                      <a:pt x="2600" y="1910"/>
                      <a:pt x="2600" y="1967"/>
                    </a:cubicBezTo>
                    <a:cubicBezTo>
                      <a:pt x="2600" y="2229"/>
                      <a:pt x="2600" y="2229"/>
                      <a:pt x="2600" y="2229"/>
                    </a:cubicBezTo>
                    <a:cubicBezTo>
                      <a:pt x="2600" y="2255"/>
                      <a:pt x="2602" y="2272"/>
                      <a:pt x="2605" y="2282"/>
                    </a:cubicBezTo>
                    <a:cubicBezTo>
                      <a:pt x="2611" y="2299"/>
                      <a:pt x="2622" y="2308"/>
                      <a:pt x="2639" y="2308"/>
                    </a:cubicBezTo>
                    <a:cubicBezTo>
                      <a:pt x="2648" y="2308"/>
                      <a:pt x="2656" y="2307"/>
                      <a:pt x="2663" y="2303"/>
                    </a:cubicBezTo>
                    <a:cubicBezTo>
                      <a:pt x="2669" y="2300"/>
                      <a:pt x="2679" y="2292"/>
                      <a:pt x="2695" y="2280"/>
                    </a:cubicBezTo>
                    <a:cubicBezTo>
                      <a:pt x="2695" y="2315"/>
                      <a:pt x="2695" y="2315"/>
                      <a:pt x="2695" y="2315"/>
                    </a:cubicBezTo>
                    <a:cubicBezTo>
                      <a:pt x="2682" y="2332"/>
                      <a:pt x="2667" y="2346"/>
                      <a:pt x="2652" y="2356"/>
                    </a:cubicBezTo>
                    <a:cubicBezTo>
                      <a:pt x="2629" y="2373"/>
                      <a:pt x="2605" y="2381"/>
                      <a:pt x="2581" y="2381"/>
                    </a:cubicBezTo>
                    <a:cubicBezTo>
                      <a:pt x="2553" y="2381"/>
                      <a:pt x="2533" y="2371"/>
                      <a:pt x="2520" y="2352"/>
                    </a:cubicBezTo>
                    <a:cubicBezTo>
                      <a:pt x="2507" y="2333"/>
                      <a:pt x="2500" y="2310"/>
                      <a:pt x="2499" y="2283"/>
                    </a:cubicBezTo>
                    <a:cubicBezTo>
                      <a:pt x="2468" y="2312"/>
                      <a:pt x="2441" y="2334"/>
                      <a:pt x="2419" y="2348"/>
                    </a:cubicBezTo>
                    <a:cubicBezTo>
                      <a:pt x="2381" y="2371"/>
                      <a:pt x="2345" y="2383"/>
                      <a:pt x="2312" y="2383"/>
                    </a:cubicBezTo>
                    <a:cubicBezTo>
                      <a:pt x="2276" y="2383"/>
                      <a:pt x="2245" y="2370"/>
                      <a:pt x="2219" y="2343"/>
                    </a:cubicBezTo>
                    <a:cubicBezTo>
                      <a:pt x="2193" y="2317"/>
                      <a:pt x="2180" y="2284"/>
                      <a:pt x="2180" y="2243"/>
                    </a:cubicBezTo>
                    <a:cubicBezTo>
                      <a:pt x="2180" y="2180"/>
                      <a:pt x="2210" y="2127"/>
                      <a:pt x="2270" y="2085"/>
                    </a:cubicBezTo>
                    <a:close/>
                    <a:moveTo>
                      <a:pt x="2497" y="2011"/>
                    </a:moveTo>
                    <a:cubicBezTo>
                      <a:pt x="2449" y="2028"/>
                      <a:pt x="2410" y="2046"/>
                      <a:pt x="2379" y="2066"/>
                    </a:cubicBezTo>
                    <a:cubicBezTo>
                      <a:pt x="2320" y="2105"/>
                      <a:pt x="2290" y="2149"/>
                      <a:pt x="2290" y="2198"/>
                    </a:cubicBezTo>
                    <a:cubicBezTo>
                      <a:pt x="2290" y="2238"/>
                      <a:pt x="2302" y="2267"/>
                      <a:pt x="2327" y="2285"/>
                    </a:cubicBezTo>
                    <a:cubicBezTo>
                      <a:pt x="2343" y="2298"/>
                      <a:pt x="2361" y="2304"/>
                      <a:pt x="2381" y="2304"/>
                    </a:cubicBezTo>
                    <a:cubicBezTo>
                      <a:pt x="2408" y="2304"/>
                      <a:pt x="2434" y="2296"/>
                      <a:pt x="2459" y="2280"/>
                    </a:cubicBezTo>
                    <a:cubicBezTo>
                      <a:pt x="2484" y="2264"/>
                      <a:pt x="2497" y="2243"/>
                      <a:pt x="2497" y="2218"/>
                    </a:cubicBezTo>
                    <a:lnTo>
                      <a:pt x="2497" y="2011"/>
                    </a:lnTo>
                    <a:close/>
                    <a:moveTo>
                      <a:pt x="2722" y="2354"/>
                    </a:moveTo>
                    <a:cubicBezTo>
                      <a:pt x="2766" y="2350"/>
                      <a:pt x="2794" y="2342"/>
                      <a:pt x="2806" y="2330"/>
                    </a:cubicBezTo>
                    <a:cubicBezTo>
                      <a:pt x="2817" y="2319"/>
                      <a:pt x="2823" y="2287"/>
                      <a:pt x="2823" y="2236"/>
                    </a:cubicBezTo>
                    <a:cubicBezTo>
                      <a:pt x="2823" y="1921"/>
                      <a:pt x="2823" y="1921"/>
                      <a:pt x="2823" y="1921"/>
                    </a:cubicBezTo>
                    <a:cubicBezTo>
                      <a:pt x="2823" y="1892"/>
                      <a:pt x="2821" y="1873"/>
                      <a:pt x="2818" y="1862"/>
                    </a:cubicBezTo>
                    <a:cubicBezTo>
                      <a:pt x="2812" y="1844"/>
                      <a:pt x="2799" y="1835"/>
                      <a:pt x="2779" y="1835"/>
                    </a:cubicBezTo>
                    <a:cubicBezTo>
                      <a:pt x="2775" y="1835"/>
                      <a:pt x="2770" y="1835"/>
                      <a:pt x="2766" y="1836"/>
                    </a:cubicBezTo>
                    <a:cubicBezTo>
                      <a:pt x="2761" y="1837"/>
                      <a:pt x="2749" y="1840"/>
                      <a:pt x="2729" y="1846"/>
                    </a:cubicBezTo>
                    <a:cubicBezTo>
                      <a:pt x="2729" y="1829"/>
                      <a:pt x="2729" y="1829"/>
                      <a:pt x="2729" y="1829"/>
                    </a:cubicBezTo>
                    <a:cubicBezTo>
                      <a:pt x="2755" y="1820"/>
                      <a:pt x="2755" y="1820"/>
                      <a:pt x="2755" y="1820"/>
                    </a:cubicBezTo>
                    <a:cubicBezTo>
                      <a:pt x="2827" y="1796"/>
                      <a:pt x="2877" y="1778"/>
                      <a:pt x="2905" y="1766"/>
                    </a:cubicBezTo>
                    <a:cubicBezTo>
                      <a:pt x="2917" y="1761"/>
                      <a:pt x="2924" y="1758"/>
                      <a:pt x="2928" y="1758"/>
                    </a:cubicBezTo>
                    <a:cubicBezTo>
                      <a:pt x="2928" y="1761"/>
                      <a:pt x="2929" y="1765"/>
                      <a:pt x="2929" y="1768"/>
                    </a:cubicBezTo>
                    <a:cubicBezTo>
                      <a:pt x="2929" y="2236"/>
                      <a:pt x="2929" y="2236"/>
                      <a:pt x="2929" y="2236"/>
                    </a:cubicBezTo>
                    <a:cubicBezTo>
                      <a:pt x="2929" y="2286"/>
                      <a:pt x="2934" y="2317"/>
                      <a:pt x="2946" y="2330"/>
                    </a:cubicBezTo>
                    <a:cubicBezTo>
                      <a:pt x="2957" y="2343"/>
                      <a:pt x="2983" y="2351"/>
                      <a:pt x="3023" y="2354"/>
                    </a:cubicBezTo>
                    <a:cubicBezTo>
                      <a:pt x="3023" y="2372"/>
                      <a:pt x="3023" y="2372"/>
                      <a:pt x="3023" y="2372"/>
                    </a:cubicBezTo>
                    <a:cubicBezTo>
                      <a:pt x="2722" y="2372"/>
                      <a:pt x="2722" y="2372"/>
                      <a:pt x="2722" y="2372"/>
                    </a:cubicBezTo>
                    <a:lnTo>
                      <a:pt x="2722" y="2354"/>
                    </a:lnTo>
                    <a:close/>
                    <a:moveTo>
                      <a:pt x="2820" y="1479"/>
                    </a:moveTo>
                    <a:cubicBezTo>
                      <a:pt x="2832" y="1466"/>
                      <a:pt x="2848" y="1459"/>
                      <a:pt x="2866" y="1459"/>
                    </a:cubicBezTo>
                    <a:cubicBezTo>
                      <a:pt x="2884" y="1459"/>
                      <a:pt x="2899" y="1466"/>
                      <a:pt x="2912" y="1479"/>
                    </a:cubicBezTo>
                    <a:cubicBezTo>
                      <a:pt x="2925" y="1492"/>
                      <a:pt x="2931" y="1508"/>
                      <a:pt x="2931" y="1528"/>
                    </a:cubicBezTo>
                    <a:cubicBezTo>
                      <a:pt x="2931" y="1546"/>
                      <a:pt x="2925" y="1562"/>
                      <a:pt x="2912" y="1576"/>
                    </a:cubicBezTo>
                    <a:cubicBezTo>
                      <a:pt x="2899" y="1589"/>
                      <a:pt x="2884" y="1596"/>
                      <a:pt x="2866" y="1596"/>
                    </a:cubicBezTo>
                    <a:cubicBezTo>
                      <a:pt x="2848" y="1596"/>
                      <a:pt x="2832" y="1589"/>
                      <a:pt x="2820" y="1576"/>
                    </a:cubicBezTo>
                    <a:cubicBezTo>
                      <a:pt x="2807" y="1562"/>
                      <a:pt x="2801" y="1546"/>
                      <a:pt x="2801" y="1528"/>
                    </a:cubicBezTo>
                    <a:cubicBezTo>
                      <a:pt x="2801" y="1509"/>
                      <a:pt x="2807" y="1493"/>
                      <a:pt x="2820" y="1479"/>
                    </a:cubicBezTo>
                    <a:close/>
                    <a:moveTo>
                      <a:pt x="3077" y="2354"/>
                    </a:moveTo>
                    <a:cubicBezTo>
                      <a:pt x="3106" y="2350"/>
                      <a:pt x="3126" y="2343"/>
                      <a:pt x="3137" y="2331"/>
                    </a:cubicBezTo>
                    <a:cubicBezTo>
                      <a:pt x="3148" y="2320"/>
                      <a:pt x="3154" y="2295"/>
                      <a:pt x="3154" y="2255"/>
                    </a:cubicBezTo>
                    <a:cubicBezTo>
                      <a:pt x="3154" y="1921"/>
                      <a:pt x="3154" y="1921"/>
                      <a:pt x="3154" y="1921"/>
                    </a:cubicBezTo>
                    <a:cubicBezTo>
                      <a:pt x="3154" y="1893"/>
                      <a:pt x="3152" y="1873"/>
                      <a:pt x="3147" y="1862"/>
                    </a:cubicBezTo>
                    <a:cubicBezTo>
                      <a:pt x="3139" y="1845"/>
                      <a:pt x="3123" y="1837"/>
                      <a:pt x="3099" y="1837"/>
                    </a:cubicBezTo>
                    <a:cubicBezTo>
                      <a:pt x="3095" y="1837"/>
                      <a:pt x="3091" y="1837"/>
                      <a:pt x="3087" y="1838"/>
                    </a:cubicBezTo>
                    <a:cubicBezTo>
                      <a:pt x="3083" y="1838"/>
                      <a:pt x="3078" y="1839"/>
                      <a:pt x="3073" y="1840"/>
                    </a:cubicBezTo>
                    <a:cubicBezTo>
                      <a:pt x="3073" y="1818"/>
                      <a:pt x="3073" y="1818"/>
                      <a:pt x="3073" y="1818"/>
                    </a:cubicBezTo>
                    <a:cubicBezTo>
                      <a:pt x="3090" y="1813"/>
                      <a:pt x="3130" y="1799"/>
                      <a:pt x="3193" y="1778"/>
                    </a:cubicBezTo>
                    <a:cubicBezTo>
                      <a:pt x="3251" y="1758"/>
                      <a:pt x="3251" y="1758"/>
                      <a:pt x="3251" y="1758"/>
                    </a:cubicBezTo>
                    <a:cubicBezTo>
                      <a:pt x="3254" y="1758"/>
                      <a:pt x="3256" y="1759"/>
                      <a:pt x="3257" y="1761"/>
                    </a:cubicBezTo>
                    <a:cubicBezTo>
                      <a:pt x="3257" y="1764"/>
                      <a:pt x="3257" y="1766"/>
                      <a:pt x="3257" y="1770"/>
                    </a:cubicBezTo>
                    <a:cubicBezTo>
                      <a:pt x="3257" y="1863"/>
                      <a:pt x="3257" y="1863"/>
                      <a:pt x="3257" y="1863"/>
                    </a:cubicBezTo>
                    <a:cubicBezTo>
                      <a:pt x="3295" y="1826"/>
                      <a:pt x="3325" y="1801"/>
                      <a:pt x="3346" y="1788"/>
                    </a:cubicBezTo>
                    <a:cubicBezTo>
                      <a:pt x="3378" y="1767"/>
                      <a:pt x="3412" y="1756"/>
                      <a:pt x="3446" y="1756"/>
                    </a:cubicBezTo>
                    <a:cubicBezTo>
                      <a:pt x="3474" y="1756"/>
                      <a:pt x="3500" y="1765"/>
                      <a:pt x="3523" y="1782"/>
                    </a:cubicBezTo>
                    <a:cubicBezTo>
                      <a:pt x="3567" y="1815"/>
                      <a:pt x="3589" y="1874"/>
                      <a:pt x="3589" y="1959"/>
                    </a:cubicBezTo>
                    <a:cubicBezTo>
                      <a:pt x="3589" y="2264"/>
                      <a:pt x="3589" y="2264"/>
                      <a:pt x="3589" y="2264"/>
                    </a:cubicBezTo>
                    <a:cubicBezTo>
                      <a:pt x="3589" y="2296"/>
                      <a:pt x="3595" y="2319"/>
                      <a:pt x="3607" y="2333"/>
                    </a:cubicBezTo>
                    <a:cubicBezTo>
                      <a:pt x="3619" y="2347"/>
                      <a:pt x="3639" y="2354"/>
                      <a:pt x="3667" y="2354"/>
                    </a:cubicBezTo>
                    <a:cubicBezTo>
                      <a:pt x="3667" y="2372"/>
                      <a:pt x="3667" y="2372"/>
                      <a:pt x="3667" y="2372"/>
                    </a:cubicBezTo>
                    <a:cubicBezTo>
                      <a:pt x="3403" y="2372"/>
                      <a:pt x="3403" y="2372"/>
                      <a:pt x="3403" y="2372"/>
                    </a:cubicBezTo>
                    <a:cubicBezTo>
                      <a:pt x="3403" y="2354"/>
                      <a:pt x="3403" y="2354"/>
                      <a:pt x="3403" y="2354"/>
                    </a:cubicBezTo>
                    <a:cubicBezTo>
                      <a:pt x="3433" y="2350"/>
                      <a:pt x="3454" y="2341"/>
                      <a:pt x="3466" y="2328"/>
                    </a:cubicBezTo>
                    <a:cubicBezTo>
                      <a:pt x="3478" y="2314"/>
                      <a:pt x="3484" y="2285"/>
                      <a:pt x="3484" y="2240"/>
                    </a:cubicBezTo>
                    <a:cubicBezTo>
                      <a:pt x="3484" y="1959"/>
                      <a:pt x="3484" y="1959"/>
                      <a:pt x="3484" y="1959"/>
                    </a:cubicBezTo>
                    <a:cubicBezTo>
                      <a:pt x="3484" y="1922"/>
                      <a:pt x="3477" y="1891"/>
                      <a:pt x="3464" y="1866"/>
                    </a:cubicBezTo>
                    <a:cubicBezTo>
                      <a:pt x="3451" y="1841"/>
                      <a:pt x="3427" y="1829"/>
                      <a:pt x="3392" y="1829"/>
                    </a:cubicBezTo>
                    <a:cubicBezTo>
                      <a:pt x="3368" y="1829"/>
                      <a:pt x="3343" y="1837"/>
                      <a:pt x="3318" y="1855"/>
                    </a:cubicBezTo>
                    <a:cubicBezTo>
                      <a:pt x="3304" y="1865"/>
                      <a:pt x="3286" y="1882"/>
                      <a:pt x="3264" y="1905"/>
                    </a:cubicBezTo>
                    <a:cubicBezTo>
                      <a:pt x="3264" y="2273"/>
                      <a:pt x="3264" y="2273"/>
                      <a:pt x="3264" y="2273"/>
                    </a:cubicBezTo>
                    <a:cubicBezTo>
                      <a:pt x="3264" y="2305"/>
                      <a:pt x="3271" y="2326"/>
                      <a:pt x="3284" y="2337"/>
                    </a:cubicBezTo>
                    <a:cubicBezTo>
                      <a:pt x="3297" y="2348"/>
                      <a:pt x="3319" y="2353"/>
                      <a:pt x="3348" y="2354"/>
                    </a:cubicBezTo>
                    <a:cubicBezTo>
                      <a:pt x="3348" y="2372"/>
                      <a:pt x="3348" y="2372"/>
                      <a:pt x="3348" y="2372"/>
                    </a:cubicBezTo>
                    <a:cubicBezTo>
                      <a:pt x="3077" y="2372"/>
                      <a:pt x="3077" y="2372"/>
                      <a:pt x="3077" y="2372"/>
                    </a:cubicBezTo>
                    <a:lnTo>
                      <a:pt x="3077" y="2354"/>
                    </a:lnTo>
                    <a:close/>
                    <a:moveTo>
                      <a:pt x="3822" y="2085"/>
                    </a:moveTo>
                    <a:cubicBezTo>
                      <a:pt x="3860" y="2059"/>
                      <a:pt x="3935" y="2023"/>
                      <a:pt x="4049" y="1978"/>
                    </a:cubicBezTo>
                    <a:cubicBezTo>
                      <a:pt x="4049" y="1923"/>
                      <a:pt x="4049" y="1923"/>
                      <a:pt x="4049" y="1923"/>
                    </a:cubicBezTo>
                    <a:cubicBezTo>
                      <a:pt x="4049" y="1879"/>
                      <a:pt x="4045" y="1848"/>
                      <a:pt x="4036" y="1831"/>
                    </a:cubicBezTo>
                    <a:cubicBezTo>
                      <a:pt x="4022" y="1801"/>
                      <a:pt x="3994" y="1787"/>
                      <a:pt x="3950" y="1787"/>
                    </a:cubicBezTo>
                    <a:cubicBezTo>
                      <a:pt x="3929" y="1787"/>
                      <a:pt x="3909" y="1793"/>
                      <a:pt x="3890" y="1804"/>
                    </a:cubicBezTo>
                    <a:cubicBezTo>
                      <a:pt x="3871" y="1815"/>
                      <a:pt x="3862" y="1831"/>
                      <a:pt x="3862" y="1852"/>
                    </a:cubicBezTo>
                    <a:cubicBezTo>
                      <a:pt x="3862" y="1857"/>
                      <a:pt x="3863" y="1866"/>
                      <a:pt x="3865" y="1878"/>
                    </a:cubicBezTo>
                    <a:cubicBezTo>
                      <a:pt x="3867" y="1890"/>
                      <a:pt x="3868" y="1898"/>
                      <a:pt x="3868" y="1902"/>
                    </a:cubicBezTo>
                    <a:cubicBezTo>
                      <a:pt x="3868" y="1926"/>
                      <a:pt x="3861" y="1943"/>
                      <a:pt x="3845" y="1952"/>
                    </a:cubicBezTo>
                    <a:cubicBezTo>
                      <a:pt x="3837" y="1958"/>
                      <a:pt x="3826" y="1961"/>
                      <a:pt x="3814" y="1961"/>
                    </a:cubicBezTo>
                    <a:cubicBezTo>
                      <a:pt x="3795" y="1961"/>
                      <a:pt x="3781" y="1954"/>
                      <a:pt x="3771" y="1942"/>
                    </a:cubicBezTo>
                    <a:cubicBezTo>
                      <a:pt x="3761" y="1929"/>
                      <a:pt x="3756" y="1915"/>
                      <a:pt x="3756" y="1899"/>
                    </a:cubicBezTo>
                    <a:cubicBezTo>
                      <a:pt x="3756" y="1869"/>
                      <a:pt x="3774" y="1837"/>
                      <a:pt x="3810" y="1804"/>
                    </a:cubicBezTo>
                    <a:cubicBezTo>
                      <a:pt x="3845" y="1771"/>
                      <a:pt x="3898" y="1754"/>
                      <a:pt x="3967" y="1754"/>
                    </a:cubicBezTo>
                    <a:cubicBezTo>
                      <a:pt x="4047" y="1754"/>
                      <a:pt x="4101" y="1781"/>
                      <a:pt x="4129" y="1836"/>
                    </a:cubicBezTo>
                    <a:cubicBezTo>
                      <a:pt x="4144" y="1866"/>
                      <a:pt x="4152" y="1910"/>
                      <a:pt x="4152" y="1967"/>
                    </a:cubicBezTo>
                    <a:cubicBezTo>
                      <a:pt x="4152" y="2229"/>
                      <a:pt x="4152" y="2229"/>
                      <a:pt x="4152" y="2229"/>
                    </a:cubicBezTo>
                    <a:cubicBezTo>
                      <a:pt x="4152" y="2255"/>
                      <a:pt x="4154" y="2272"/>
                      <a:pt x="4157" y="2282"/>
                    </a:cubicBezTo>
                    <a:cubicBezTo>
                      <a:pt x="4162" y="2299"/>
                      <a:pt x="4174" y="2308"/>
                      <a:pt x="4191" y="2308"/>
                    </a:cubicBezTo>
                    <a:cubicBezTo>
                      <a:pt x="4200" y="2308"/>
                      <a:pt x="4208" y="2307"/>
                      <a:pt x="4214" y="2303"/>
                    </a:cubicBezTo>
                    <a:cubicBezTo>
                      <a:pt x="4220" y="2300"/>
                      <a:pt x="4231" y="2292"/>
                      <a:pt x="4247" y="2280"/>
                    </a:cubicBezTo>
                    <a:cubicBezTo>
                      <a:pt x="4247" y="2315"/>
                      <a:pt x="4247" y="2315"/>
                      <a:pt x="4247" y="2315"/>
                    </a:cubicBezTo>
                    <a:cubicBezTo>
                      <a:pt x="4233" y="2332"/>
                      <a:pt x="4219" y="2346"/>
                      <a:pt x="4204" y="2356"/>
                    </a:cubicBezTo>
                    <a:cubicBezTo>
                      <a:pt x="4181" y="2373"/>
                      <a:pt x="4157" y="2381"/>
                      <a:pt x="4133" y="2381"/>
                    </a:cubicBezTo>
                    <a:cubicBezTo>
                      <a:pt x="4105" y="2381"/>
                      <a:pt x="4084" y="2371"/>
                      <a:pt x="4072" y="2352"/>
                    </a:cubicBezTo>
                    <a:cubicBezTo>
                      <a:pt x="4059" y="2333"/>
                      <a:pt x="4052" y="2310"/>
                      <a:pt x="4051" y="2283"/>
                    </a:cubicBezTo>
                    <a:cubicBezTo>
                      <a:pt x="4020" y="2312"/>
                      <a:pt x="3993" y="2334"/>
                      <a:pt x="3970" y="2348"/>
                    </a:cubicBezTo>
                    <a:cubicBezTo>
                      <a:pt x="3933" y="2371"/>
                      <a:pt x="3897" y="2383"/>
                      <a:pt x="3863" y="2383"/>
                    </a:cubicBezTo>
                    <a:cubicBezTo>
                      <a:pt x="3828" y="2383"/>
                      <a:pt x="3797" y="2370"/>
                      <a:pt x="3771" y="2343"/>
                    </a:cubicBezTo>
                    <a:cubicBezTo>
                      <a:pt x="3745" y="2317"/>
                      <a:pt x="3732" y="2284"/>
                      <a:pt x="3732" y="2243"/>
                    </a:cubicBezTo>
                    <a:cubicBezTo>
                      <a:pt x="3732" y="2180"/>
                      <a:pt x="3762" y="2127"/>
                      <a:pt x="3822" y="2085"/>
                    </a:cubicBezTo>
                    <a:close/>
                    <a:moveTo>
                      <a:pt x="4049" y="2011"/>
                    </a:moveTo>
                    <a:cubicBezTo>
                      <a:pt x="4001" y="2028"/>
                      <a:pt x="3962" y="2046"/>
                      <a:pt x="3931" y="2066"/>
                    </a:cubicBezTo>
                    <a:cubicBezTo>
                      <a:pt x="3872" y="2105"/>
                      <a:pt x="3842" y="2149"/>
                      <a:pt x="3842" y="2198"/>
                    </a:cubicBezTo>
                    <a:cubicBezTo>
                      <a:pt x="3842" y="2238"/>
                      <a:pt x="3854" y="2267"/>
                      <a:pt x="3879" y="2285"/>
                    </a:cubicBezTo>
                    <a:cubicBezTo>
                      <a:pt x="3895" y="2298"/>
                      <a:pt x="3913" y="2304"/>
                      <a:pt x="3933" y="2304"/>
                    </a:cubicBezTo>
                    <a:cubicBezTo>
                      <a:pt x="3960" y="2304"/>
                      <a:pt x="3986" y="2296"/>
                      <a:pt x="4011" y="2280"/>
                    </a:cubicBezTo>
                    <a:cubicBezTo>
                      <a:pt x="4036" y="2264"/>
                      <a:pt x="4049" y="2243"/>
                      <a:pt x="4049" y="2218"/>
                    </a:cubicBezTo>
                    <a:lnTo>
                      <a:pt x="4049" y="2011"/>
                    </a:lnTo>
                    <a:close/>
                    <a:moveTo>
                      <a:pt x="4254" y="1540"/>
                    </a:moveTo>
                    <a:cubicBezTo>
                      <a:pt x="4254" y="1518"/>
                      <a:pt x="4254" y="1518"/>
                      <a:pt x="4254" y="1518"/>
                    </a:cubicBezTo>
                    <a:cubicBezTo>
                      <a:pt x="4301" y="1507"/>
                      <a:pt x="4343" y="1494"/>
                      <a:pt x="4381" y="1480"/>
                    </a:cubicBezTo>
                    <a:cubicBezTo>
                      <a:pt x="4419" y="1466"/>
                      <a:pt x="4439" y="1459"/>
                      <a:pt x="4442" y="1459"/>
                    </a:cubicBezTo>
                    <a:cubicBezTo>
                      <a:pt x="4443" y="1462"/>
                      <a:pt x="4443" y="1464"/>
                      <a:pt x="4443" y="1467"/>
                    </a:cubicBezTo>
                    <a:cubicBezTo>
                      <a:pt x="4443" y="1867"/>
                      <a:pt x="4443" y="1867"/>
                      <a:pt x="4443" y="1867"/>
                    </a:cubicBezTo>
                    <a:cubicBezTo>
                      <a:pt x="4454" y="1846"/>
                      <a:pt x="4470" y="1826"/>
                      <a:pt x="4492" y="1807"/>
                    </a:cubicBezTo>
                    <a:cubicBezTo>
                      <a:pt x="4530" y="1775"/>
                      <a:pt x="4573" y="1758"/>
                      <a:pt x="4623" y="1758"/>
                    </a:cubicBezTo>
                    <a:cubicBezTo>
                      <a:pt x="4684" y="1758"/>
                      <a:pt x="4736" y="1785"/>
                      <a:pt x="4779" y="1839"/>
                    </a:cubicBezTo>
                    <a:cubicBezTo>
                      <a:pt x="4822" y="1893"/>
                      <a:pt x="4843" y="1963"/>
                      <a:pt x="4843" y="2049"/>
                    </a:cubicBezTo>
                    <a:cubicBezTo>
                      <a:pt x="4843" y="2140"/>
                      <a:pt x="4815" y="2219"/>
                      <a:pt x="4760" y="2285"/>
                    </a:cubicBezTo>
                    <a:cubicBezTo>
                      <a:pt x="4704" y="2350"/>
                      <a:pt x="4630" y="2383"/>
                      <a:pt x="4539" y="2383"/>
                    </a:cubicBezTo>
                    <a:cubicBezTo>
                      <a:pt x="4493" y="2383"/>
                      <a:pt x="4448" y="2373"/>
                      <a:pt x="4404" y="2354"/>
                    </a:cubicBezTo>
                    <a:cubicBezTo>
                      <a:pt x="4360" y="2335"/>
                      <a:pt x="4338" y="2316"/>
                      <a:pt x="4338" y="2297"/>
                    </a:cubicBezTo>
                    <a:cubicBezTo>
                      <a:pt x="4338" y="1611"/>
                      <a:pt x="4338" y="1611"/>
                      <a:pt x="4338" y="1611"/>
                    </a:cubicBezTo>
                    <a:cubicBezTo>
                      <a:pt x="4338" y="1584"/>
                      <a:pt x="4334" y="1565"/>
                      <a:pt x="4328" y="1554"/>
                    </a:cubicBezTo>
                    <a:cubicBezTo>
                      <a:pt x="4321" y="1543"/>
                      <a:pt x="4306" y="1537"/>
                      <a:pt x="4282" y="1537"/>
                    </a:cubicBezTo>
                    <a:lnTo>
                      <a:pt x="4254" y="1540"/>
                    </a:lnTo>
                    <a:close/>
                    <a:moveTo>
                      <a:pt x="4489" y="2324"/>
                    </a:moveTo>
                    <a:cubicBezTo>
                      <a:pt x="4518" y="2334"/>
                      <a:pt x="4543" y="2339"/>
                      <a:pt x="4565" y="2339"/>
                    </a:cubicBezTo>
                    <a:cubicBezTo>
                      <a:pt x="4623" y="2339"/>
                      <a:pt x="4666" y="2316"/>
                      <a:pt x="4694" y="2271"/>
                    </a:cubicBezTo>
                    <a:cubicBezTo>
                      <a:pt x="4722" y="2225"/>
                      <a:pt x="4736" y="2170"/>
                      <a:pt x="4736" y="2106"/>
                    </a:cubicBezTo>
                    <a:cubicBezTo>
                      <a:pt x="4736" y="2041"/>
                      <a:pt x="4723" y="1981"/>
                      <a:pt x="4696" y="1926"/>
                    </a:cubicBezTo>
                    <a:cubicBezTo>
                      <a:pt x="4670" y="1872"/>
                      <a:pt x="4628" y="1844"/>
                      <a:pt x="4570" y="1844"/>
                    </a:cubicBezTo>
                    <a:cubicBezTo>
                      <a:pt x="4540" y="1844"/>
                      <a:pt x="4511" y="1854"/>
                      <a:pt x="4483" y="1872"/>
                    </a:cubicBezTo>
                    <a:cubicBezTo>
                      <a:pt x="4455" y="1891"/>
                      <a:pt x="4441" y="1915"/>
                      <a:pt x="4441" y="1944"/>
                    </a:cubicBezTo>
                    <a:cubicBezTo>
                      <a:pt x="4441" y="2276"/>
                      <a:pt x="4441" y="2276"/>
                      <a:pt x="4441" y="2276"/>
                    </a:cubicBezTo>
                    <a:cubicBezTo>
                      <a:pt x="4445" y="2298"/>
                      <a:pt x="4461" y="2314"/>
                      <a:pt x="4489" y="2324"/>
                    </a:cubicBezTo>
                    <a:close/>
                    <a:moveTo>
                      <a:pt x="4909" y="2354"/>
                    </a:moveTo>
                    <a:cubicBezTo>
                      <a:pt x="4953" y="2350"/>
                      <a:pt x="4981" y="2342"/>
                      <a:pt x="4993" y="2330"/>
                    </a:cubicBezTo>
                    <a:cubicBezTo>
                      <a:pt x="5004" y="2319"/>
                      <a:pt x="5010" y="2287"/>
                      <a:pt x="5010" y="2236"/>
                    </a:cubicBezTo>
                    <a:cubicBezTo>
                      <a:pt x="5010" y="1921"/>
                      <a:pt x="5010" y="1921"/>
                      <a:pt x="5010" y="1921"/>
                    </a:cubicBezTo>
                    <a:cubicBezTo>
                      <a:pt x="5010" y="1892"/>
                      <a:pt x="5008" y="1873"/>
                      <a:pt x="5005" y="1862"/>
                    </a:cubicBezTo>
                    <a:cubicBezTo>
                      <a:pt x="4998" y="1844"/>
                      <a:pt x="4985" y="1835"/>
                      <a:pt x="4966" y="1835"/>
                    </a:cubicBezTo>
                    <a:cubicBezTo>
                      <a:pt x="4961" y="1835"/>
                      <a:pt x="4957" y="1835"/>
                      <a:pt x="4953" y="1836"/>
                    </a:cubicBezTo>
                    <a:cubicBezTo>
                      <a:pt x="4948" y="1837"/>
                      <a:pt x="4936" y="1840"/>
                      <a:pt x="4915" y="1846"/>
                    </a:cubicBezTo>
                    <a:cubicBezTo>
                      <a:pt x="4915" y="1829"/>
                      <a:pt x="4915" y="1829"/>
                      <a:pt x="4915" y="1829"/>
                    </a:cubicBezTo>
                    <a:cubicBezTo>
                      <a:pt x="4942" y="1820"/>
                      <a:pt x="4942" y="1820"/>
                      <a:pt x="4942" y="1820"/>
                    </a:cubicBezTo>
                    <a:cubicBezTo>
                      <a:pt x="5014" y="1796"/>
                      <a:pt x="5064" y="1778"/>
                      <a:pt x="5092" y="1766"/>
                    </a:cubicBezTo>
                    <a:cubicBezTo>
                      <a:pt x="5104" y="1761"/>
                      <a:pt x="5111" y="1758"/>
                      <a:pt x="5114" y="1758"/>
                    </a:cubicBezTo>
                    <a:cubicBezTo>
                      <a:pt x="5115" y="1761"/>
                      <a:pt x="5116" y="1765"/>
                      <a:pt x="5116" y="1768"/>
                    </a:cubicBezTo>
                    <a:cubicBezTo>
                      <a:pt x="5116" y="2236"/>
                      <a:pt x="5116" y="2236"/>
                      <a:pt x="5116" y="2236"/>
                    </a:cubicBezTo>
                    <a:cubicBezTo>
                      <a:pt x="5116" y="2286"/>
                      <a:pt x="5121" y="2317"/>
                      <a:pt x="5133" y="2330"/>
                    </a:cubicBezTo>
                    <a:cubicBezTo>
                      <a:pt x="5144" y="2343"/>
                      <a:pt x="5170" y="2351"/>
                      <a:pt x="5210" y="2354"/>
                    </a:cubicBezTo>
                    <a:cubicBezTo>
                      <a:pt x="5210" y="2372"/>
                      <a:pt x="5210" y="2372"/>
                      <a:pt x="5210" y="2372"/>
                    </a:cubicBezTo>
                    <a:cubicBezTo>
                      <a:pt x="4909" y="2372"/>
                      <a:pt x="4909" y="2372"/>
                      <a:pt x="4909" y="2372"/>
                    </a:cubicBezTo>
                    <a:lnTo>
                      <a:pt x="4909" y="2354"/>
                    </a:lnTo>
                    <a:close/>
                    <a:moveTo>
                      <a:pt x="5007" y="1479"/>
                    </a:moveTo>
                    <a:cubicBezTo>
                      <a:pt x="5019" y="1466"/>
                      <a:pt x="5035" y="1459"/>
                      <a:pt x="5053" y="1459"/>
                    </a:cubicBezTo>
                    <a:cubicBezTo>
                      <a:pt x="5071" y="1459"/>
                      <a:pt x="5086" y="1466"/>
                      <a:pt x="5099" y="1479"/>
                    </a:cubicBezTo>
                    <a:cubicBezTo>
                      <a:pt x="5111" y="1492"/>
                      <a:pt x="5118" y="1508"/>
                      <a:pt x="5118" y="1528"/>
                    </a:cubicBezTo>
                    <a:cubicBezTo>
                      <a:pt x="5118" y="1546"/>
                      <a:pt x="5111" y="1562"/>
                      <a:pt x="5099" y="1576"/>
                    </a:cubicBezTo>
                    <a:cubicBezTo>
                      <a:pt x="5086" y="1589"/>
                      <a:pt x="5071" y="1596"/>
                      <a:pt x="5053" y="1596"/>
                    </a:cubicBezTo>
                    <a:cubicBezTo>
                      <a:pt x="5035" y="1596"/>
                      <a:pt x="5019" y="1589"/>
                      <a:pt x="5007" y="1576"/>
                    </a:cubicBezTo>
                    <a:cubicBezTo>
                      <a:pt x="4994" y="1562"/>
                      <a:pt x="4988" y="1546"/>
                      <a:pt x="4988" y="1528"/>
                    </a:cubicBezTo>
                    <a:cubicBezTo>
                      <a:pt x="4988" y="1509"/>
                      <a:pt x="4994" y="1493"/>
                      <a:pt x="5007" y="1479"/>
                    </a:cubicBezTo>
                    <a:close/>
                    <a:moveTo>
                      <a:pt x="5264" y="2354"/>
                    </a:moveTo>
                    <a:cubicBezTo>
                      <a:pt x="5303" y="2350"/>
                      <a:pt x="5329" y="2342"/>
                      <a:pt x="5342" y="2329"/>
                    </a:cubicBezTo>
                    <a:cubicBezTo>
                      <a:pt x="5356" y="2317"/>
                      <a:pt x="5363" y="2292"/>
                      <a:pt x="5363" y="2255"/>
                    </a:cubicBezTo>
                    <a:cubicBezTo>
                      <a:pt x="5363" y="1622"/>
                      <a:pt x="5363" y="1622"/>
                      <a:pt x="5363" y="1622"/>
                    </a:cubicBezTo>
                    <a:cubicBezTo>
                      <a:pt x="5363" y="1592"/>
                      <a:pt x="5361" y="1572"/>
                      <a:pt x="5356" y="1561"/>
                    </a:cubicBezTo>
                    <a:cubicBezTo>
                      <a:pt x="5348" y="1542"/>
                      <a:pt x="5331" y="1533"/>
                      <a:pt x="5306" y="1533"/>
                    </a:cubicBezTo>
                    <a:cubicBezTo>
                      <a:pt x="5300" y="1533"/>
                      <a:pt x="5294" y="1533"/>
                      <a:pt x="5287" y="1534"/>
                    </a:cubicBezTo>
                    <a:cubicBezTo>
                      <a:pt x="5281" y="1536"/>
                      <a:pt x="5272" y="1538"/>
                      <a:pt x="5262" y="1540"/>
                    </a:cubicBezTo>
                    <a:cubicBezTo>
                      <a:pt x="5262" y="1518"/>
                      <a:pt x="5262" y="1518"/>
                      <a:pt x="5262" y="1518"/>
                    </a:cubicBezTo>
                    <a:cubicBezTo>
                      <a:pt x="5317" y="1502"/>
                      <a:pt x="5384" y="1481"/>
                      <a:pt x="5462" y="1455"/>
                    </a:cubicBezTo>
                    <a:cubicBezTo>
                      <a:pt x="5465" y="1455"/>
                      <a:pt x="5467" y="1456"/>
                      <a:pt x="5468" y="1459"/>
                    </a:cubicBezTo>
                    <a:cubicBezTo>
                      <a:pt x="5468" y="1461"/>
                      <a:pt x="5469" y="1467"/>
                      <a:pt x="5469" y="1476"/>
                    </a:cubicBezTo>
                    <a:cubicBezTo>
                      <a:pt x="5469" y="2259"/>
                      <a:pt x="5469" y="2259"/>
                      <a:pt x="5469" y="2259"/>
                    </a:cubicBezTo>
                    <a:cubicBezTo>
                      <a:pt x="5469" y="2297"/>
                      <a:pt x="5475" y="2322"/>
                      <a:pt x="5487" y="2333"/>
                    </a:cubicBezTo>
                    <a:cubicBezTo>
                      <a:pt x="5499" y="2344"/>
                      <a:pt x="5525" y="2351"/>
                      <a:pt x="5563" y="2354"/>
                    </a:cubicBezTo>
                    <a:cubicBezTo>
                      <a:pt x="5563" y="2372"/>
                      <a:pt x="5563" y="2372"/>
                      <a:pt x="5563" y="2372"/>
                    </a:cubicBezTo>
                    <a:cubicBezTo>
                      <a:pt x="5264" y="2372"/>
                      <a:pt x="5264" y="2372"/>
                      <a:pt x="5264" y="2372"/>
                    </a:cubicBezTo>
                    <a:lnTo>
                      <a:pt x="5264" y="2354"/>
                    </a:lnTo>
                    <a:close/>
                    <a:moveTo>
                      <a:pt x="5615" y="2354"/>
                    </a:moveTo>
                    <a:cubicBezTo>
                      <a:pt x="5659" y="2350"/>
                      <a:pt x="5687" y="2342"/>
                      <a:pt x="5698" y="2330"/>
                    </a:cubicBezTo>
                    <a:cubicBezTo>
                      <a:pt x="5710" y="2319"/>
                      <a:pt x="5716" y="2287"/>
                      <a:pt x="5716" y="2236"/>
                    </a:cubicBezTo>
                    <a:cubicBezTo>
                      <a:pt x="5716" y="1921"/>
                      <a:pt x="5716" y="1921"/>
                      <a:pt x="5716" y="1921"/>
                    </a:cubicBezTo>
                    <a:cubicBezTo>
                      <a:pt x="5716" y="1892"/>
                      <a:pt x="5714" y="1873"/>
                      <a:pt x="5710" y="1862"/>
                    </a:cubicBezTo>
                    <a:cubicBezTo>
                      <a:pt x="5704" y="1844"/>
                      <a:pt x="5691" y="1835"/>
                      <a:pt x="5672" y="1835"/>
                    </a:cubicBezTo>
                    <a:cubicBezTo>
                      <a:pt x="5667" y="1835"/>
                      <a:pt x="5663" y="1835"/>
                      <a:pt x="5658" y="1836"/>
                    </a:cubicBezTo>
                    <a:cubicBezTo>
                      <a:pt x="5654" y="1837"/>
                      <a:pt x="5642" y="1840"/>
                      <a:pt x="5621" y="1846"/>
                    </a:cubicBezTo>
                    <a:cubicBezTo>
                      <a:pt x="5621" y="1829"/>
                      <a:pt x="5621" y="1829"/>
                      <a:pt x="5621" y="1829"/>
                    </a:cubicBezTo>
                    <a:cubicBezTo>
                      <a:pt x="5648" y="1820"/>
                      <a:pt x="5648" y="1820"/>
                      <a:pt x="5648" y="1820"/>
                    </a:cubicBezTo>
                    <a:cubicBezTo>
                      <a:pt x="5720" y="1796"/>
                      <a:pt x="5770" y="1778"/>
                      <a:pt x="5798" y="1766"/>
                    </a:cubicBezTo>
                    <a:cubicBezTo>
                      <a:pt x="5810" y="1761"/>
                      <a:pt x="5817" y="1758"/>
                      <a:pt x="5820" y="1758"/>
                    </a:cubicBezTo>
                    <a:cubicBezTo>
                      <a:pt x="5821" y="1761"/>
                      <a:pt x="5821" y="1765"/>
                      <a:pt x="5821" y="1768"/>
                    </a:cubicBezTo>
                    <a:cubicBezTo>
                      <a:pt x="5821" y="2236"/>
                      <a:pt x="5821" y="2236"/>
                      <a:pt x="5821" y="2236"/>
                    </a:cubicBezTo>
                    <a:cubicBezTo>
                      <a:pt x="5821" y="2286"/>
                      <a:pt x="5827" y="2317"/>
                      <a:pt x="5839" y="2330"/>
                    </a:cubicBezTo>
                    <a:cubicBezTo>
                      <a:pt x="5850" y="2343"/>
                      <a:pt x="5876" y="2351"/>
                      <a:pt x="5916" y="2354"/>
                    </a:cubicBezTo>
                    <a:cubicBezTo>
                      <a:pt x="5916" y="2372"/>
                      <a:pt x="5916" y="2372"/>
                      <a:pt x="5916" y="2372"/>
                    </a:cubicBezTo>
                    <a:cubicBezTo>
                      <a:pt x="5615" y="2372"/>
                      <a:pt x="5615" y="2372"/>
                      <a:pt x="5615" y="2372"/>
                    </a:cubicBezTo>
                    <a:lnTo>
                      <a:pt x="5615" y="2354"/>
                    </a:lnTo>
                    <a:close/>
                    <a:moveTo>
                      <a:pt x="5713" y="1479"/>
                    </a:moveTo>
                    <a:cubicBezTo>
                      <a:pt x="5725" y="1466"/>
                      <a:pt x="5740" y="1459"/>
                      <a:pt x="5759" y="1459"/>
                    </a:cubicBezTo>
                    <a:cubicBezTo>
                      <a:pt x="5777" y="1459"/>
                      <a:pt x="5792" y="1466"/>
                      <a:pt x="5805" y="1479"/>
                    </a:cubicBezTo>
                    <a:cubicBezTo>
                      <a:pt x="5817" y="1492"/>
                      <a:pt x="5824" y="1508"/>
                      <a:pt x="5824" y="1528"/>
                    </a:cubicBezTo>
                    <a:cubicBezTo>
                      <a:pt x="5824" y="1546"/>
                      <a:pt x="5817" y="1562"/>
                      <a:pt x="5805" y="1576"/>
                    </a:cubicBezTo>
                    <a:cubicBezTo>
                      <a:pt x="5792" y="1589"/>
                      <a:pt x="5777" y="1596"/>
                      <a:pt x="5759" y="1596"/>
                    </a:cubicBezTo>
                    <a:cubicBezTo>
                      <a:pt x="5740" y="1596"/>
                      <a:pt x="5725" y="1589"/>
                      <a:pt x="5713" y="1576"/>
                    </a:cubicBezTo>
                    <a:cubicBezTo>
                      <a:pt x="5700" y="1562"/>
                      <a:pt x="5694" y="1546"/>
                      <a:pt x="5694" y="1528"/>
                    </a:cubicBezTo>
                    <a:cubicBezTo>
                      <a:pt x="5694" y="1509"/>
                      <a:pt x="5700" y="1493"/>
                      <a:pt x="5713" y="1479"/>
                    </a:cubicBezTo>
                    <a:close/>
                    <a:moveTo>
                      <a:pt x="6267" y="1769"/>
                    </a:moveTo>
                    <a:cubicBezTo>
                      <a:pt x="6267" y="1813"/>
                      <a:pt x="6267" y="1813"/>
                      <a:pt x="6267" y="1813"/>
                    </a:cubicBezTo>
                    <a:cubicBezTo>
                      <a:pt x="6139" y="1813"/>
                      <a:pt x="6139" y="1813"/>
                      <a:pt x="6139" y="1813"/>
                    </a:cubicBezTo>
                    <a:cubicBezTo>
                      <a:pt x="6138" y="2190"/>
                      <a:pt x="6138" y="2190"/>
                      <a:pt x="6138" y="2190"/>
                    </a:cubicBezTo>
                    <a:cubicBezTo>
                      <a:pt x="6138" y="2223"/>
                      <a:pt x="6141" y="2248"/>
                      <a:pt x="6146" y="2265"/>
                    </a:cubicBezTo>
                    <a:cubicBezTo>
                      <a:pt x="6156" y="2295"/>
                      <a:pt x="6176" y="2310"/>
                      <a:pt x="6205" y="2310"/>
                    </a:cubicBezTo>
                    <a:cubicBezTo>
                      <a:pt x="6220" y="2310"/>
                      <a:pt x="6233" y="2307"/>
                      <a:pt x="6244" y="2299"/>
                    </a:cubicBezTo>
                    <a:cubicBezTo>
                      <a:pt x="6255" y="2292"/>
                      <a:pt x="6267" y="2280"/>
                      <a:pt x="6281" y="2264"/>
                    </a:cubicBezTo>
                    <a:cubicBezTo>
                      <a:pt x="6298" y="2279"/>
                      <a:pt x="6298" y="2279"/>
                      <a:pt x="6298" y="2279"/>
                    </a:cubicBezTo>
                    <a:cubicBezTo>
                      <a:pt x="6284" y="2298"/>
                      <a:pt x="6284" y="2298"/>
                      <a:pt x="6284" y="2298"/>
                    </a:cubicBezTo>
                    <a:cubicBezTo>
                      <a:pt x="6262" y="2329"/>
                      <a:pt x="6240" y="2351"/>
                      <a:pt x="6216" y="2364"/>
                    </a:cubicBezTo>
                    <a:cubicBezTo>
                      <a:pt x="6192" y="2377"/>
                      <a:pt x="6169" y="2383"/>
                      <a:pt x="6147" y="2383"/>
                    </a:cubicBezTo>
                    <a:cubicBezTo>
                      <a:pt x="6098" y="2383"/>
                      <a:pt x="6065" y="2360"/>
                      <a:pt x="6048" y="2314"/>
                    </a:cubicBezTo>
                    <a:cubicBezTo>
                      <a:pt x="6038" y="2289"/>
                      <a:pt x="6034" y="2255"/>
                      <a:pt x="6034" y="2211"/>
                    </a:cubicBezTo>
                    <a:cubicBezTo>
                      <a:pt x="6034" y="1813"/>
                      <a:pt x="6034" y="1813"/>
                      <a:pt x="6034" y="1813"/>
                    </a:cubicBezTo>
                    <a:cubicBezTo>
                      <a:pt x="5965" y="1813"/>
                      <a:pt x="5965" y="1813"/>
                      <a:pt x="5965" y="1813"/>
                    </a:cubicBezTo>
                    <a:cubicBezTo>
                      <a:pt x="5963" y="1812"/>
                      <a:pt x="5961" y="1811"/>
                      <a:pt x="5960" y="1810"/>
                    </a:cubicBezTo>
                    <a:cubicBezTo>
                      <a:pt x="5959" y="1808"/>
                      <a:pt x="5959" y="1807"/>
                      <a:pt x="5959" y="1805"/>
                    </a:cubicBezTo>
                    <a:cubicBezTo>
                      <a:pt x="5959" y="1801"/>
                      <a:pt x="5960" y="1798"/>
                      <a:pt x="5962" y="1795"/>
                    </a:cubicBezTo>
                    <a:cubicBezTo>
                      <a:pt x="5964" y="1793"/>
                      <a:pt x="5970" y="1788"/>
                      <a:pt x="5980" y="1780"/>
                    </a:cubicBezTo>
                    <a:cubicBezTo>
                      <a:pt x="6008" y="1755"/>
                      <a:pt x="6028" y="1735"/>
                      <a:pt x="6041" y="1720"/>
                    </a:cubicBezTo>
                    <a:cubicBezTo>
                      <a:pt x="6053" y="1704"/>
                      <a:pt x="6083" y="1664"/>
                      <a:pt x="6129" y="1598"/>
                    </a:cubicBezTo>
                    <a:cubicBezTo>
                      <a:pt x="6135" y="1598"/>
                      <a:pt x="6139" y="1598"/>
                      <a:pt x="6140" y="1599"/>
                    </a:cubicBezTo>
                    <a:cubicBezTo>
                      <a:pt x="6141" y="1600"/>
                      <a:pt x="6141" y="1603"/>
                      <a:pt x="6141" y="1609"/>
                    </a:cubicBezTo>
                    <a:cubicBezTo>
                      <a:pt x="6141" y="1769"/>
                      <a:pt x="6141" y="1769"/>
                      <a:pt x="6141" y="1769"/>
                    </a:cubicBezTo>
                    <a:lnTo>
                      <a:pt x="6267" y="1769"/>
                    </a:lnTo>
                    <a:close/>
                    <a:moveTo>
                      <a:pt x="6314" y="1769"/>
                    </a:moveTo>
                    <a:cubicBezTo>
                      <a:pt x="6576" y="1769"/>
                      <a:pt x="6576" y="1769"/>
                      <a:pt x="6576" y="1769"/>
                    </a:cubicBezTo>
                    <a:cubicBezTo>
                      <a:pt x="6576" y="1787"/>
                      <a:pt x="6576" y="1787"/>
                      <a:pt x="6576" y="1787"/>
                    </a:cubicBezTo>
                    <a:cubicBezTo>
                      <a:pt x="6555" y="1787"/>
                      <a:pt x="6540" y="1789"/>
                      <a:pt x="6530" y="1793"/>
                    </a:cubicBezTo>
                    <a:cubicBezTo>
                      <a:pt x="6511" y="1799"/>
                      <a:pt x="6501" y="1810"/>
                      <a:pt x="6501" y="1827"/>
                    </a:cubicBezTo>
                    <a:cubicBezTo>
                      <a:pt x="6501" y="1833"/>
                      <a:pt x="6502" y="1840"/>
                      <a:pt x="6504" y="1846"/>
                    </a:cubicBezTo>
                    <a:cubicBezTo>
                      <a:pt x="6506" y="1853"/>
                      <a:pt x="6510" y="1863"/>
                      <a:pt x="6515" y="1876"/>
                    </a:cubicBezTo>
                    <a:cubicBezTo>
                      <a:pt x="6659" y="2204"/>
                      <a:pt x="6659" y="2204"/>
                      <a:pt x="6659" y="2204"/>
                    </a:cubicBezTo>
                    <a:cubicBezTo>
                      <a:pt x="6777" y="1873"/>
                      <a:pt x="6777" y="1873"/>
                      <a:pt x="6777" y="1873"/>
                    </a:cubicBezTo>
                    <a:cubicBezTo>
                      <a:pt x="6778" y="1869"/>
                      <a:pt x="6780" y="1861"/>
                      <a:pt x="6783" y="1849"/>
                    </a:cubicBezTo>
                    <a:cubicBezTo>
                      <a:pt x="6786" y="1836"/>
                      <a:pt x="6787" y="1828"/>
                      <a:pt x="6787" y="1823"/>
                    </a:cubicBezTo>
                    <a:cubicBezTo>
                      <a:pt x="6787" y="1812"/>
                      <a:pt x="6783" y="1803"/>
                      <a:pt x="6776" y="1798"/>
                    </a:cubicBezTo>
                    <a:cubicBezTo>
                      <a:pt x="6769" y="1792"/>
                      <a:pt x="6759" y="1789"/>
                      <a:pt x="6747" y="1788"/>
                    </a:cubicBezTo>
                    <a:cubicBezTo>
                      <a:pt x="6728" y="1787"/>
                      <a:pt x="6728" y="1787"/>
                      <a:pt x="6728" y="1787"/>
                    </a:cubicBezTo>
                    <a:cubicBezTo>
                      <a:pt x="6728" y="1769"/>
                      <a:pt x="6728" y="1769"/>
                      <a:pt x="6728" y="1769"/>
                    </a:cubicBezTo>
                    <a:cubicBezTo>
                      <a:pt x="6899" y="1769"/>
                      <a:pt x="6899" y="1769"/>
                      <a:pt x="6899" y="1769"/>
                    </a:cubicBezTo>
                    <a:cubicBezTo>
                      <a:pt x="6899" y="1787"/>
                      <a:pt x="6899" y="1787"/>
                      <a:pt x="6899" y="1787"/>
                    </a:cubicBezTo>
                    <a:cubicBezTo>
                      <a:pt x="6882" y="1789"/>
                      <a:pt x="6869" y="1796"/>
                      <a:pt x="6861" y="1806"/>
                    </a:cubicBezTo>
                    <a:cubicBezTo>
                      <a:pt x="6852" y="1816"/>
                      <a:pt x="6845" y="1831"/>
                      <a:pt x="6839" y="1849"/>
                    </a:cubicBezTo>
                    <a:cubicBezTo>
                      <a:pt x="6643" y="2397"/>
                      <a:pt x="6643" y="2397"/>
                      <a:pt x="6643" y="2397"/>
                    </a:cubicBezTo>
                    <a:cubicBezTo>
                      <a:pt x="6609" y="2491"/>
                      <a:pt x="6577" y="2559"/>
                      <a:pt x="6546" y="2601"/>
                    </a:cubicBezTo>
                    <a:cubicBezTo>
                      <a:pt x="6514" y="2643"/>
                      <a:pt x="6475" y="2664"/>
                      <a:pt x="6427" y="2664"/>
                    </a:cubicBezTo>
                    <a:cubicBezTo>
                      <a:pt x="6404" y="2664"/>
                      <a:pt x="6382" y="2658"/>
                      <a:pt x="6362" y="2646"/>
                    </a:cubicBezTo>
                    <a:cubicBezTo>
                      <a:pt x="6342" y="2634"/>
                      <a:pt x="6332" y="2615"/>
                      <a:pt x="6332" y="2589"/>
                    </a:cubicBezTo>
                    <a:cubicBezTo>
                      <a:pt x="6332" y="2572"/>
                      <a:pt x="6338" y="2558"/>
                      <a:pt x="6350" y="2547"/>
                    </a:cubicBezTo>
                    <a:cubicBezTo>
                      <a:pt x="6362" y="2536"/>
                      <a:pt x="6377" y="2530"/>
                      <a:pt x="6395" y="2530"/>
                    </a:cubicBezTo>
                    <a:cubicBezTo>
                      <a:pt x="6406" y="2530"/>
                      <a:pt x="6422" y="2534"/>
                      <a:pt x="6443" y="2542"/>
                    </a:cubicBezTo>
                    <a:cubicBezTo>
                      <a:pt x="6464" y="2550"/>
                      <a:pt x="6479" y="2554"/>
                      <a:pt x="6488" y="2554"/>
                    </a:cubicBezTo>
                    <a:cubicBezTo>
                      <a:pt x="6511" y="2554"/>
                      <a:pt x="6535" y="2524"/>
                      <a:pt x="6560" y="2464"/>
                    </a:cubicBezTo>
                    <a:cubicBezTo>
                      <a:pt x="6586" y="2404"/>
                      <a:pt x="6598" y="2365"/>
                      <a:pt x="6598" y="2346"/>
                    </a:cubicBezTo>
                    <a:cubicBezTo>
                      <a:pt x="6598" y="2343"/>
                      <a:pt x="6598" y="2338"/>
                      <a:pt x="6597" y="2332"/>
                    </a:cubicBezTo>
                    <a:cubicBezTo>
                      <a:pt x="6596" y="2327"/>
                      <a:pt x="6594" y="2322"/>
                      <a:pt x="6593" y="2318"/>
                    </a:cubicBezTo>
                    <a:cubicBezTo>
                      <a:pt x="6398" y="1871"/>
                      <a:pt x="6398" y="1871"/>
                      <a:pt x="6398" y="1871"/>
                    </a:cubicBezTo>
                    <a:cubicBezTo>
                      <a:pt x="6384" y="1839"/>
                      <a:pt x="6371" y="1817"/>
                      <a:pt x="6361" y="1807"/>
                    </a:cubicBezTo>
                    <a:cubicBezTo>
                      <a:pt x="6350" y="1797"/>
                      <a:pt x="6335" y="1790"/>
                      <a:pt x="6314" y="1787"/>
                    </a:cubicBezTo>
                    <a:lnTo>
                      <a:pt x="6314" y="1769"/>
                    </a:lnTo>
                    <a:close/>
                    <a:moveTo>
                      <a:pt x="148" y="3755"/>
                    </a:moveTo>
                    <a:cubicBezTo>
                      <a:pt x="186" y="3729"/>
                      <a:pt x="262" y="3693"/>
                      <a:pt x="375" y="3648"/>
                    </a:cubicBezTo>
                    <a:cubicBezTo>
                      <a:pt x="375" y="3593"/>
                      <a:pt x="375" y="3593"/>
                      <a:pt x="375" y="3593"/>
                    </a:cubicBezTo>
                    <a:cubicBezTo>
                      <a:pt x="375" y="3549"/>
                      <a:pt x="371" y="3518"/>
                      <a:pt x="363" y="3500"/>
                    </a:cubicBezTo>
                    <a:cubicBezTo>
                      <a:pt x="349" y="3471"/>
                      <a:pt x="320" y="3457"/>
                      <a:pt x="276" y="3457"/>
                    </a:cubicBezTo>
                    <a:cubicBezTo>
                      <a:pt x="255" y="3457"/>
                      <a:pt x="236" y="3463"/>
                      <a:pt x="217" y="3474"/>
                    </a:cubicBezTo>
                    <a:cubicBezTo>
                      <a:pt x="198" y="3485"/>
                      <a:pt x="188" y="3501"/>
                      <a:pt x="188" y="3522"/>
                    </a:cubicBezTo>
                    <a:cubicBezTo>
                      <a:pt x="188" y="3527"/>
                      <a:pt x="190" y="3536"/>
                      <a:pt x="192" y="3548"/>
                    </a:cubicBezTo>
                    <a:cubicBezTo>
                      <a:pt x="194" y="3560"/>
                      <a:pt x="195" y="3568"/>
                      <a:pt x="195" y="3572"/>
                    </a:cubicBezTo>
                    <a:cubicBezTo>
                      <a:pt x="195" y="3596"/>
                      <a:pt x="187" y="3613"/>
                      <a:pt x="172" y="3622"/>
                    </a:cubicBezTo>
                    <a:cubicBezTo>
                      <a:pt x="163" y="3628"/>
                      <a:pt x="153" y="3631"/>
                      <a:pt x="141" y="3631"/>
                    </a:cubicBezTo>
                    <a:cubicBezTo>
                      <a:pt x="122" y="3631"/>
                      <a:pt x="108" y="3624"/>
                      <a:pt x="98" y="3611"/>
                    </a:cubicBezTo>
                    <a:cubicBezTo>
                      <a:pt x="88" y="3599"/>
                      <a:pt x="83" y="3584"/>
                      <a:pt x="83" y="3569"/>
                    </a:cubicBezTo>
                    <a:cubicBezTo>
                      <a:pt x="83" y="3539"/>
                      <a:pt x="101" y="3507"/>
                      <a:pt x="136" y="3474"/>
                    </a:cubicBezTo>
                    <a:cubicBezTo>
                      <a:pt x="172" y="3441"/>
                      <a:pt x="224" y="3424"/>
                      <a:pt x="293" y="3424"/>
                    </a:cubicBezTo>
                    <a:cubicBezTo>
                      <a:pt x="373" y="3424"/>
                      <a:pt x="427" y="3451"/>
                      <a:pt x="456" y="3506"/>
                    </a:cubicBezTo>
                    <a:cubicBezTo>
                      <a:pt x="471" y="3536"/>
                      <a:pt x="479" y="3580"/>
                      <a:pt x="479" y="3637"/>
                    </a:cubicBezTo>
                    <a:cubicBezTo>
                      <a:pt x="479" y="3899"/>
                      <a:pt x="479" y="3899"/>
                      <a:pt x="479" y="3899"/>
                    </a:cubicBezTo>
                    <a:cubicBezTo>
                      <a:pt x="479" y="3924"/>
                      <a:pt x="480" y="3942"/>
                      <a:pt x="484" y="3951"/>
                    </a:cubicBezTo>
                    <a:cubicBezTo>
                      <a:pt x="489" y="3969"/>
                      <a:pt x="500" y="3978"/>
                      <a:pt x="517" y="3978"/>
                    </a:cubicBezTo>
                    <a:cubicBezTo>
                      <a:pt x="527" y="3978"/>
                      <a:pt x="535" y="3976"/>
                      <a:pt x="541" y="3973"/>
                    </a:cubicBezTo>
                    <a:cubicBezTo>
                      <a:pt x="547" y="3970"/>
                      <a:pt x="558" y="3962"/>
                      <a:pt x="573" y="3950"/>
                    </a:cubicBezTo>
                    <a:cubicBezTo>
                      <a:pt x="573" y="3985"/>
                      <a:pt x="573" y="3985"/>
                      <a:pt x="573" y="3985"/>
                    </a:cubicBezTo>
                    <a:cubicBezTo>
                      <a:pt x="560" y="4002"/>
                      <a:pt x="546" y="4016"/>
                      <a:pt x="530" y="4026"/>
                    </a:cubicBezTo>
                    <a:cubicBezTo>
                      <a:pt x="507" y="4043"/>
                      <a:pt x="484" y="4051"/>
                      <a:pt x="460" y="4051"/>
                    </a:cubicBezTo>
                    <a:cubicBezTo>
                      <a:pt x="431" y="4051"/>
                      <a:pt x="411" y="4041"/>
                      <a:pt x="398" y="4022"/>
                    </a:cubicBezTo>
                    <a:cubicBezTo>
                      <a:pt x="386" y="4003"/>
                      <a:pt x="379" y="3980"/>
                      <a:pt x="378" y="3953"/>
                    </a:cubicBezTo>
                    <a:cubicBezTo>
                      <a:pt x="346" y="3982"/>
                      <a:pt x="319" y="4004"/>
                      <a:pt x="297" y="4018"/>
                    </a:cubicBezTo>
                    <a:cubicBezTo>
                      <a:pt x="259" y="4041"/>
                      <a:pt x="224" y="4053"/>
                      <a:pt x="190" y="4053"/>
                    </a:cubicBezTo>
                    <a:cubicBezTo>
                      <a:pt x="154" y="4053"/>
                      <a:pt x="124" y="4040"/>
                      <a:pt x="98" y="4013"/>
                    </a:cubicBezTo>
                    <a:cubicBezTo>
                      <a:pt x="72" y="3987"/>
                      <a:pt x="59" y="3953"/>
                      <a:pt x="59" y="3913"/>
                    </a:cubicBezTo>
                    <a:cubicBezTo>
                      <a:pt x="59" y="3850"/>
                      <a:pt x="89" y="3797"/>
                      <a:pt x="148" y="3755"/>
                    </a:cubicBezTo>
                    <a:close/>
                    <a:moveTo>
                      <a:pt x="375" y="3681"/>
                    </a:moveTo>
                    <a:cubicBezTo>
                      <a:pt x="328" y="3698"/>
                      <a:pt x="289" y="3716"/>
                      <a:pt x="258" y="3736"/>
                    </a:cubicBezTo>
                    <a:cubicBezTo>
                      <a:pt x="198" y="3775"/>
                      <a:pt x="169" y="3819"/>
                      <a:pt x="169" y="3868"/>
                    </a:cubicBezTo>
                    <a:cubicBezTo>
                      <a:pt x="169" y="3908"/>
                      <a:pt x="181" y="3937"/>
                      <a:pt x="206" y="3955"/>
                    </a:cubicBezTo>
                    <a:cubicBezTo>
                      <a:pt x="222" y="3968"/>
                      <a:pt x="240" y="3974"/>
                      <a:pt x="260" y="3974"/>
                    </a:cubicBezTo>
                    <a:cubicBezTo>
                      <a:pt x="287" y="3974"/>
                      <a:pt x="313" y="3966"/>
                      <a:pt x="338" y="3950"/>
                    </a:cubicBezTo>
                    <a:cubicBezTo>
                      <a:pt x="363" y="3933"/>
                      <a:pt x="375" y="3913"/>
                      <a:pt x="375" y="3888"/>
                    </a:cubicBezTo>
                    <a:lnTo>
                      <a:pt x="375" y="3681"/>
                    </a:lnTo>
                    <a:close/>
                    <a:moveTo>
                      <a:pt x="603" y="4024"/>
                    </a:moveTo>
                    <a:cubicBezTo>
                      <a:pt x="631" y="4020"/>
                      <a:pt x="651" y="4013"/>
                      <a:pt x="663" y="4002"/>
                    </a:cubicBezTo>
                    <a:cubicBezTo>
                      <a:pt x="674" y="3990"/>
                      <a:pt x="680" y="3965"/>
                      <a:pt x="680" y="3925"/>
                    </a:cubicBezTo>
                    <a:cubicBezTo>
                      <a:pt x="680" y="3591"/>
                      <a:pt x="680" y="3591"/>
                      <a:pt x="680" y="3591"/>
                    </a:cubicBezTo>
                    <a:cubicBezTo>
                      <a:pt x="680" y="3563"/>
                      <a:pt x="677" y="3543"/>
                      <a:pt x="672" y="3532"/>
                    </a:cubicBezTo>
                    <a:cubicBezTo>
                      <a:pt x="664" y="3515"/>
                      <a:pt x="648" y="3507"/>
                      <a:pt x="624" y="3507"/>
                    </a:cubicBezTo>
                    <a:cubicBezTo>
                      <a:pt x="620" y="3507"/>
                      <a:pt x="617" y="3507"/>
                      <a:pt x="613" y="3508"/>
                    </a:cubicBezTo>
                    <a:cubicBezTo>
                      <a:pt x="609" y="3508"/>
                      <a:pt x="604" y="3509"/>
                      <a:pt x="598" y="3510"/>
                    </a:cubicBezTo>
                    <a:cubicBezTo>
                      <a:pt x="598" y="3488"/>
                      <a:pt x="598" y="3488"/>
                      <a:pt x="598" y="3488"/>
                    </a:cubicBezTo>
                    <a:cubicBezTo>
                      <a:pt x="615" y="3483"/>
                      <a:pt x="655" y="3469"/>
                      <a:pt x="719" y="3448"/>
                    </a:cubicBezTo>
                    <a:cubicBezTo>
                      <a:pt x="777" y="3428"/>
                      <a:pt x="777" y="3428"/>
                      <a:pt x="777" y="3428"/>
                    </a:cubicBezTo>
                    <a:cubicBezTo>
                      <a:pt x="780" y="3428"/>
                      <a:pt x="781" y="3429"/>
                      <a:pt x="782" y="3431"/>
                    </a:cubicBezTo>
                    <a:cubicBezTo>
                      <a:pt x="783" y="3433"/>
                      <a:pt x="783" y="3436"/>
                      <a:pt x="783" y="3440"/>
                    </a:cubicBezTo>
                    <a:cubicBezTo>
                      <a:pt x="783" y="3533"/>
                      <a:pt x="783" y="3533"/>
                      <a:pt x="783" y="3533"/>
                    </a:cubicBezTo>
                    <a:cubicBezTo>
                      <a:pt x="821" y="3496"/>
                      <a:pt x="850" y="3471"/>
                      <a:pt x="872" y="3457"/>
                    </a:cubicBezTo>
                    <a:cubicBezTo>
                      <a:pt x="904" y="3437"/>
                      <a:pt x="937" y="3426"/>
                      <a:pt x="972" y="3426"/>
                    </a:cubicBezTo>
                    <a:cubicBezTo>
                      <a:pt x="1000" y="3426"/>
                      <a:pt x="1025" y="3435"/>
                      <a:pt x="1048" y="3452"/>
                    </a:cubicBezTo>
                    <a:cubicBezTo>
                      <a:pt x="1093" y="3485"/>
                      <a:pt x="1115" y="3544"/>
                      <a:pt x="1115" y="3629"/>
                    </a:cubicBezTo>
                    <a:cubicBezTo>
                      <a:pt x="1115" y="3934"/>
                      <a:pt x="1115" y="3934"/>
                      <a:pt x="1115" y="3934"/>
                    </a:cubicBezTo>
                    <a:cubicBezTo>
                      <a:pt x="1115" y="3966"/>
                      <a:pt x="1121" y="3989"/>
                      <a:pt x="1133" y="4003"/>
                    </a:cubicBezTo>
                    <a:cubicBezTo>
                      <a:pt x="1145" y="4017"/>
                      <a:pt x="1164" y="4024"/>
                      <a:pt x="1192" y="4024"/>
                    </a:cubicBezTo>
                    <a:cubicBezTo>
                      <a:pt x="1192" y="4042"/>
                      <a:pt x="1192" y="4042"/>
                      <a:pt x="1192" y="4042"/>
                    </a:cubicBezTo>
                    <a:cubicBezTo>
                      <a:pt x="928" y="4042"/>
                      <a:pt x="928" y="4042"/>
                      <a:pt x="928" y="4042"/>
                    </a:cubicBezTo>
                    <a:cubicBezTo>
                      <a:pt x="928" y="4024"/>
                      <a:pt x="928" y="4024"/>
                      <a:pt x="928" y="4024"/>
                    </a:cubicBezTo>
                    <a:cubicBezTo>
                      <a:pt x="958" y="4020"/>
                      <a:pt x="980" y="4011"/>
                      <a:pt x="991" y="3997"/>
                    </a:cubicBezTo>
                    <a:cubicBezTo>
                      <a:pt x="1003" y="3984"/>
                      <a:pt x="1009" y="3955"/>
                      <a:pt x="1009" y="3910"/>
                    </a:cubicBezTo>
                    <a:cubicBezTo>
                      <a:pt x="1009" y="3629"/>
                      <a:pt x="1009" y="3629"/>
                      <a:pt x="1009" y="3629"/>
                    </a:cubicBezTo>
                    <a:cubicBezTo>
                      <a:pt x="1009" y="3592"/>
                      <a:pt x="1003" y="3560"/>
                      <a:pt x="990" y="3536"/>
                    </a:cubicBezTo>
                    <a:cubicBezTo>
                      <a:pt x="977" y="3511"/>
                      <a:pt x="953" y="3499"/>
                      <a:pt x="917" y="3499"/>
                    </a:cubicBezTo>
                    <a:cubicBezTo>
                      <a:pt x="893" y="3499"/>
                      <a:pt x="869" y="3507"/>
                      <a:pt x="844" y="3525"/>
                    </a:cubicBezTo>
                    <a:cubicBezTo>
                      <a:pt x="830" y="3535"/>
                      <a:pt x="812" y="3552"/>
                      <a:pt x="790" y="3575"/>
                    </a:cubicBezTo>
                    <a:cubicBezTo>
                      <a:pt x="790" y="3943"/>
                      <a:pt x="790" y="3943"/>
                      <a:pt x="790" y="3943"/>
                    </a:cubicBezTo>
                    <a:cubicBezTo>
                      <a:pt x="790" y="3975"/>
                      <a:pt x="796" y="3996"/>
                      <a:pt x="810" y="4007"/>
                    </a:cubicBezTo>
                    <a:cubicBezTo>
                      <a:pt x="823" y="4018"/>
                      <a:pt x="844" y="4023"/>
                      <a:pt x="873" y="4024"/>
                    </a:cubicBezTo>
                    <a:cubicBezTo>
                      <a:pt x="873" y="4042"/>
                      <a:pt x="873" y="4042"/>
                      <a:pt x="873" y="4042"/>
                    </a:cubicBezTo>
                    <a:cubicBezTo>
                      <a:pt x="603" y="4042"/>
                      <a:pt x="603" y="4042"/>
                      <a:pt x="603" y="4042"/>
                    </a:cubicBezTo>
                    <a:lnTo>
                      <a:pt x="603" y="4024"/>
                    </a:lnTo>
                    <a:close/>
                    <a:moveTo>
                      <a:pt x="1595" y="3445"/>
                    </a:moveTo>
                    <a:cubicBezTo>
                      <a:pt x="1611" y="3454"/>
                      <a:pt x="1627" y="3467"/>
                      <a:pt x="1642" y="3483"/>
                    </a:cubicBezTo>
                    <a:cubicBezTo>
                      <a:pt x="1642" y="3277"/>
                      <a:pt x="1642" y="3277"/>
                      <a:pt x="1642" y="3277"/>
                    </a:cubicBezTo>
                    <a:cubicBezTo>
                      <a:pt x="1642" y="3250"/>
                      <a:pt x="1640" y="3232"/>
                      <a:pt x="1634" y="3222"/>
                    </a:cubicBezTo>
                    <a:cubicBezTo>
                      <a:pt x="1628" y="3212"/>
                      <a:pt x="1615" y="3207"/>
                      <a:pt x="1594" y="3207"/>
                    </a:cubicBezTo>
                    <a:cubicBezTo>
                      <a:pt x="1589" y="3207"/>
                      <a:pt x="1585" y="3208"/>
                      <a:pt x="1581" y="3208"/>
                    </a:cubicBezTo>
                    <a:cubicBezTo>
                      <a:pt x="1578" y="3208"/>
                      <a:pt x="1569" y="3209"/>
                      <a:pt x="1557" y="3211"/>
                    </a:cubicBezTo>
                    <a:cubicBezTo>
                      <a:pt x="1557" y="3189"/>
                      <a:pt x="1557" y="3189"/>
                      <a:pt x="1557" y="3189"/>
                    </a:cubicBezTo>
                    <a:cubicBezTo>
                      <a:pt x="1607" y="3175"/>
                      <a:pt x="1607" y="3175"/>
                      <a:pt x="1607" y="3175"/>
                    </a:cubicBezTo>
                    <a:cubicBezTo>
                      <a:pt x="1626" y="3169"/>
                      <a:pt x="1644" y="3164"/>
                      <a:pt x="1663" y="3158"/>
                    </a:cubicBezTo>
                    <a:cubicBezTo>
                      <a:pt x="1681" y="3153"/>
                      <a:pt x="1698" y="3147"/>
                      <a:pt x="1712" y="3142"/>
                    </a:cubicBezTo>
                    <a:cubicBezTo>
                      <a:pt x="1718" y="3140"/>
                      <a:pt x="1729" y="3135"/>
                      <a:pt x="1744" y="3129"/>
                    </a:cubicBezTo>
                    <a:cubicBezTo>
                      <a:pt x="1748" y="3131"/>
                      <a:pt x="1748" y="3131"/>
                      <a:pt x="1748" y="3131"/>
                    </a:cubicBezTo>
                    <a:cubicBezTo>
                      <a:pt x="1747" y="3199"/>
                      <a:pt x="1747" y="3199"/>
                      <a:pt x="1747" y="3199"/>
                    </a:cubicBezTo>
                    <a:cubicBezTo>
                      <a:pt x="1747" y="3224"/>
                      <a:pt x="1747" y="3249"/>
                      <a:pt x="1747" y="3276"/>
                    </a:cubicBezTo>
                    <a:cubicBezTo>
                      <a:pt x="1746" y="3302"/>
                      <a:pt x="1746" y="3328"/>
                      <a:pt x="1746" y="3353"/>
                    </a:cubicBezTo>
                    <a:cubicBezTo>
                      <a:pt x="1746" y="3886"/>
                      <a:pt x="1746" y="3886"/>
                      <a:pt x="1746" y="3886"/>
                    </a:cubicBezTo>
                    <a:cubicBezTo>
                      <a:pt x="1746" y="3914"/>
                      <a:pt x="1749" y="3934"/>
                      <a:pt x="1756" y="3945"/>
                    </a:cubicBezTo>
                    <a:cubicBezTo>
                      <a:pt x="1762" y="3957"/>
                      <a:pt x="1780" y="3962"/>
                      <a:pt x="1809" y="3962"/>
                    </a:cubicBezTo>
                    <a:cubicBezTo>
                      <a:pt x="1813" y="3962"/>
                      <a:pt x="1818" y="3962"/>
                      <a:pt x="1822" y="3962"/>
                    </a:cubicBezTo>
                    <a:cubicBezTo>
                      <a:pt x="1827" y="3962"/>
                      <a:pt x="1831" y="3961"/>
                      <a:pt x="1836" y="3961"/>
                    </a:cubicBezTo>
                    <a:cubicBezTo>
                      <a:pt x="1836" y="3982"/>
                      <a:pt x="1836" y="3982"/>
                      <a:pt x="1836" y="3982"/>
                    </a:cubicBezTo>
                    <a:cubicBezTo>
                      <a:pt x="1833" y="3983"/>
                      <a:pt x="1803" y="3994"/>
                      <a:pt x="1745" y="4015"/>
                    </a:cubicBezTo>
                    <a:cubicBezTo>
                      <a:pt x="1647" y="4053"/>
                      <a:pt x="1647" y="4053"/>
                      <a:pt x="1647" y="4053"/>
                    </a:cubicBezTo>
                    <a:cubicBezTo>
                      <a:pt x="1642" y="4047"/>
                      <a:pt x="1642" y="4047"/>
                      <a:pt x="1642" y="4047"/>
                    </a:cubicBezTo>
                    <a:cubicBezTo>
                      <a:pt x="1642" y="3965"/>
                      <a:pt x="1642" y="3965"/>
                      <a:pt x="1642" y="3965"/>
                    </a:cubicBezTo>
                    <a:cubicBezTo>
                      <a:pt x="1619" y="3992"/>
                      <a:pt x="1599" y="4011"/>
                      <a:pt x="1583" y="4023"/>
                    </a:cubicBezTo>
                    <a:cubicBezTo>
                      <a:pt x="1553" y="4043"/>
                      <a:pt x="1518" y="4053"/>
                      <a:pt x="1479" y="4053"/>
                    </a:cubicBezTo>
                    <a:cubicBezTo>
                      <a:pt x="1409" y="4053"/>
                      <a:pt x="1353" y="4024"/>
                      <a:pt x="1309" y="3967"/>
                    </a:cubicBezTo>
                    <a:cubicBezTo>
                      <a:pt x="1266" y="3910"/>
                      <a:pt x="1244" y="3844"/>
                      <a:pt x="1244" y="3768"/>
                    </a:cubicBezTo>
                    <a:cubicBezTo>
                      <a:pt x="1244" y="3674"/>
                      <a:pt x="1270" y="3593"/>
                      <a:pt x="1322" y="3525"/>
                    </a:cubicBezTo>
                    <a:cubicBezTo>
                      <a:pt x="1374" y="3458"/>
                      <a:pt x="1437" y="3424"/>
                      <a:pt x="1513" y="3424"/>
                    </a:cubicBezTo>
                    <a:cubicBezTo>
                      <a:pt x="1543" y="3424"/>
                      <a:pt x="1570" y="3431"/>
                      <a:pt x="1595" y="3445"/>
                    </a:cubicBezTo>
                    <a:close/>
                    <a:moveTo>
                      <a:pt x="1613" y="3950"/>
                    </a:moveTo>
                    <a:cubicBezTo>
                      <a:pt x="1633" y="3930"/>
                      <a:pt x="1642" y="3912"/>
                      <a:pt x="1642" y="3894"/>
                    </a:cubicBezTo>
                    <a:cubicBezTo>
                      <a:pt x="1642" y="3615"/>
                      <a:pt x="1642" y="3615"/>
                      <a:pt x="1642" y="3615"/>
                    </a:cubicBezTo>
                    <a:cubicBezTo>
                      <a:pt x="1642" y="3559"/>
                      <a:pt x="1628" y="3519"/>
                      <a:pt x="1600" y="3496"/>
                    </a:cubicBezTo>
                    <a:cubicBezTo>
                      <a:pt x="1572" y="3473"/>
                      <a:pt x="1544" y="3461"/>
                      <a:pt x="1517" y="3461"/>
                    </a:cubicBezTo>
                    <a:cubicBezTo>
                      <a:pt x="1466" y="3461"/>
                      <a:pt x="1426" y="3485"/>
                      <a:pt x="1397" y="3534"/>
                    </a:cubicBezTo>
                    <a:cubicBezTo>
                      <a:pt x="1369" y="3582"/>
                      <a:pt x="1354" y="3641"/>
                      <a:pt x="1354" y="3712"/>
                    </a:cubicBezTo>
                    <a:cubicBezTo>
                      <a:pt x="1354" y="3782"/>
                      <a:pt x="1369" y="3844"/>
                      <a:pt x="1400" y="3898"/>
                    </a:cubicBezTo>
                    <a:cubicBezTo>
                      <a:pt x="1430" y="3953"/>
                      <a:pt x="1476" y="3980"/>
                      <a:pt x="1536" y="3980"/>
                    </a:cubicBezTo>
                    <a:cubicBezTo>
                      <a:pt x="1568" y="3980"/>
                      <a:pt x="1593" y="3970"/>
                      <a:pt x="1613" y="3950"/>
                    </a:cubicBezTo>
                    <a:close/>
                    <a:moveTo>
                      <a:pt x="2177" y="4018"/>
                    </a:moveTo>
                    <a:cubicBezTo>
                      <a:pt x="2224" y="4012"/>
                      <a:pt x="2255" y="4004"/>
                      <a:pt x="2268" y="3991"/>
                    </a:cubicBezTo>
                    <a:cubicBezTo>
                      <a:pt x="2282" y="3979"/>
                      <a:pt x="2289" y="3947"/>
                      <a:pt x="2289" y="3897"/>
                    </a:cubicBezTo>
                    <a:cubicBezTo>
                      <a:pt x="2289" y="3303"/>
                      <a:pt x="2289" y="3303"/>
                      <a:pt x="2289" y="3303"/>
                    </a:cubicBezTo>
                    <a:cubicBezTo>
                      <a:pt x="2289" y="3255"/>
                      <a:pt x="2282" y="3224"/>
                      <a:pt x="2269" y="3209"/>
                    </a:cubicBezTo>
                    <a:cubicBezTo>
                      <a:pt x="2255" y="3195"/>
                      <a:pt x="2225" y="3185"/>
                      <a:pt x="2177" y="3182"/>
                    </a:cubicBezTo>
                    <a:cubicBezTo>
                      <a:pt x="2177" y="3158"/>
                      <a:pt x="2177" y="3158"/>
                      <a:pt x="2177" y="3158"/>
                    </a:cubicBezTo>
                    <a:cubicBezTo>
                      <a:pt x="2852" y="3158"/>
                      <a:pt x="2852" y="3158"/>
                      <a:pt x="2852" y="3158"/>
                    </a:cubicBezTo>
                    <a:cubicBezTo>
                      <a:pt x="2859" y="3347"/>
                      <a:pt x="2859" y="3347"/>
                      <a:pt x="2859" y="3347"/>
                    </a:cubicBezTo>
                    <a:cubicBezTo>
                      <a:pt x="2826" y="3347"/>
                      <a:pt x="2826" y="3347"/>
                      <a:pt x="2826" y="3347"/>
                    </a:cubicBezTo>
                    <a:cubicBezTo>
                      <a:pt x="2815" y="3288"/>
                      <a:pt x="2799" y="3250"/>
                      <a:pt x="2778" y="3232"/>
                    </a:cubicBezTo>
                    <a:cubicBezTo>
                      <a:pt x="2756" y="3215"/>
                      <a:pt x="2709" y="3206"/>
                      <a:pt x="2635" y="3206"/>
                    </a:cubicBezTo>
                    <a:cubicBezTo>
                      <a:pt x="2460" y="3206"/>
                      <a:pt x="2460" y="3206"/>
                      <a:pt x="2460" y="3206"/>
                    </a:cubicBezTo>
                    <a:cubicBezTo>
                      <a:pt x="2442" y="3206"/>
                      <a:pt x="2430" y="3209"/>
                      <a:pt x="2426" y="3216"/>
                    </a:cubicBezTo>
                    <a:cubicBezTo>
                      <a:pt x="2421" y="3222"/>
                      <a:pt x="2419" y="3234"/>
                      <a:pt x="2419" y="3252"/>
                    </a:cubicBezTo>
                    <a:cubicBezTo>
                      <a:pt x="2419" y="3551"/>
                      <a:pt x="2419" y="3551"/>
                      <a:pt x="2419" y="3551"/>
                    </a:cubicBezTo>
                    <a:cubicBezTo>
                      <a:pt x="2615" y="3551"/>
                      <a:pt x="2615" y="3551"/>
                      <a:pt x="2615" y="3551"/>
                    </a:cubicBezTo>
                    <a:cubicBezTo>
                      <a:pt x="2669" y="3551"/>
                      <a:pt x="2703" y="3543"/>
                      <a:pt x="2718" y="3526"/>
                    </a:cubicBezTo>
                    <a:cubicBezTo>
                      <a:pt x="2732" y="3509"/>
                      <a:pt x="2744" y="3475"/>
                      <a:pt x="2753" y="3424"/>
                    </a:cubicBezTo>
                    <a:cubicBezTo>
                      <a:pt x="2784" y="3424"/>
                      <a:pt x="2784" y="3424"/>
                      <a:pt x="2784" y="3424"/>
                    </a:cubicBezTo>
                    <a:cubicBezTo>
                      <a:pt x="2784" y="3732"/>
                      <a:pt x="2784" y="3732"/>
                      <a:pt x="2784" y="3732"/>
                    </a:cubicBezTo>
                    <a:cubicBezTo>
                      <a:pt x="2753" y="3732"/>
                      <a:pt x="2753" y="3732"/>
                      <a:pt x="2753" y="3732"/>
                    </a:cubicBezTo>
                    <a:cubicBezTo>
                      <a:pt x="2744" y="3680"/>
                      <a:pt x="2732" y="3646"/>
                      <a:pt x="2717" y="3629"/>
                    </a:cubicBezTo>
                    <a:cubicBezTo>
                      <a:pt x="2702" y="3613"/>
                      <a:pt x="2668" y="3604"/>
                      <a:pt x="2615" y="3604"/>
                    </a:cubicBezTo>
                    <a:cubicBezTo>
                      <a:pt x="2419" y="3604"/>
                      <a:pt x="2419" y="3604"/>
                      <a:pt x="2419" y="3604"/>
                    </a:cubicBezTo>
                    <a:cubicBezTo>
                      <a:pt x="2419" y="3935"/>
                      <a:pt x="2419" y="3935"/>
                      <a:pt x="2419" y="3935"/>
                    </a:cubicBezTo>
                    <a:cubicBezTo>
                      <a:pt x="2419" y="3961"/>
                      <a:pt x="2427" y="3977"/>
                      <a:pt x="2443" y="3982"/>
                    </a:cubicBezTo>
                    <a:cubicBezTo>
                      <a:pt x="2459" y="3987"/>
                      <a:pt x="2507" y="3989"/>
                      <a:pt x="2586" y="3989"/>
                    </a:cubicBezTo>
                    <a:cubicBezTo>
                      <a:pt x="2672" y="3989"/>
                      <a:pt x="2735" y="3979"/>
                      <a:pt x="2776" y="3960"/>
                    </a:cubicBezTo>
                    <a:cubicBezTo>
                      <a:pt x="2817" y="3940"/>
                      <a:pt x="2854" y="3893"/>
                      <a:pt x="2888" y="3818"/>
                    </a:cubicBezTo>
                    <a:cubicBezTo>
                      <a:pt x="2923" y="3818"/>
                      <a:pt x="2923" y="3818"/>
                      <a:pt x="2923" y="3818"/>
                    </a:cubicBezTo>
                    <a:cubicBezTo>
                      <a:pt x="2866" y="4042"/>
                      <a:pt x="2866" y="4042"/>
                      <a:pt x="2866" y="4042"/>
                    </a:cubicBezTo>
                    <a:cubicBezTo>
                      <a:pt x="2177" y="4042"/>
                      <a:pt x="2177" y="4042"/>
                      <a:pt x="2177" y="4042"/>
                    </a:cubicBezTo>
                    <a:lnTo>
                      <a:pt x="2177" y="4018"/>
                    </a:lnTo>
                    <a:close/>
                    <a:moveTo>
                      <a:pt x="2966" y="4024"/>
                    </a:moveTo>
                    <a:cubicBezTo>
                      <a:pt x="2995" y="4020"/>
                      <a:pt x="3015" y="4013"/>
                      <a:pt x="3026" y="4002"/>
                    </a:cubicBezTo>
                    <a:cubicBezTo>
                      <a:pt x="3038" y="3990"/>
                      <a:pt x="3043" y="3965"/>
                      <a:pt x="3043" y="3925"/>
                    </a:cubicBezTo>
                    <a:cubicBezTo>
                      <a:pt x="3043" y="3591"/>
                      <a:pt x="3043" y="3591"/>
                      <a:pt x="3043" y="3591"/>
                    </a:cubicBezTo>
                    <a:cubicBezTo>
                      <a:pt x="3043" y="3563"/>
                      <a:pt x="3041" y="3543"/>
                      <a:pt x="3036" y="3532"/>
                    </a:cubicBezTo>
                    <a:cubicBezTo>
                      <a:pt x="3028" y="3515"/>
                      <a:pt x="3012" y="3507"/>
                      <a:pt x="2988" y="3507"/>
                    </a:cubicBezTo>
                    <a:cubicBezTo>
                      <a:pt x="2984" y="3507"/>
                      <a:pt x="2980" y="3507"/>
                      <a:pt x="2976" y="3508"/>
                    </a:cubicBezTo>
                    <a:cubicBezTo>
                      <a:pt x="2973" y="3508"/>
                      <a:pt x="2968" y="3509"/>
                      <a:pt x="2962" y="3510"/>
                    </a:cubicBezTo>
                    <a:cubicBezTo>
                      <a:pt x="2962" y="3488"/>
                      <a:pt x="2962" y="3488"/>
                      <a:pt x="2962" y="3488"/>
                    </a:cubicBezTo>
                    <a:cubicBezTo>
                      <a:pt x="2979" y="3483"/>
                      <a:pt x="3019" y="3469"/>
                      <a:pt x="3082" y="3448"/>
                    </a:cubicBezTo>
                    <a:cubicBezTo>
                      <a:pt x="3140" y="3428"/>
                      <a:pt x="3140" y="3428"/>
                      <a:pt x="3140" y="3428"/>
                    </a:cubicBezTo>
                    <a:cubicBezTo>
                      <a:pt x="3143" y="3428"/>
                      <a:pt x="3145" y="3429"/>
                      <a:pt x="3146" y="3431"/>
                    </a:cubicBezTo>
                    <a:cubicBezTo>
                      <a:pt x="3146" y="3433"/>
                      <a:pt x="3147" y="3436"/>
                      <a:pt x="3147" y="3440"/>
                    </a:cubicBezTo>
                    <a:cubicBezTo>
                      <a:pt x="3147" y="3533"/>
                      <a:pt x="3147" y="3533"/>
                      <a:pt x="3147" y="3533"/>
                    </a:cubicBezTo>
                    <a:cubicBezTo>
                      <a:pt x="3185" y="3496"/>
                      <a:pt x="3214" y="3471"/>
                      <a:pt x="3235" y="3457"/>
                    </a:cubicBezTo>
                    <a:cubicBezTo>
                      <a:pt x="3268" y="3437"/>
                      <a:pt x="3301" y="3426"/>
                      <a:pt x="3336" y="3426"/>
                    </a:cubicBezTo>
                    <a:cubicBezTo>
                      <a:pt x="3363" y="3426"/>
                      <a:pt x="3389" y="3435"/>
                      <a:pt x="3412" y="3452"/>
                    </a:cubicBezTo>
                    <a:cubicBezTo>
                      <a:pt x="3457" y="3485"/>
                      <a:pt x="3479" y="3544"/>
                      <a:pt x="3479" y="3629"/>
                    </a:cubicBezTo>
                    <a:cubicBezTo>
                      <a:pt x="3479" y="3934"/>
                      <a:pt x="3479" y="3934"/>
                      <a:pt x="3479" y="3934"/>
                    </a:cubicBezTo>
                    <a:cubicBezTo>
                      <a:pt x="3479" y="3966"/>
                      <a:pt x="3484" y="3989"/>
                      <a:pt x="3496" y="4003"/>
                    </a:cubicBezTo>
                    <a:cubicBezTo>
                      <a:pt x="3508" y="4017"/>
                      <a:pt x="3528" y="4024"/>
                      <a:pt x="3556" y="4024"/>
                    </a:cubicBezTo>
                    <a:cubicBezTo>
                      <a:pt x="3556" y="4042"/>
                      <a:pt x="3556" y="4042"/>
                      <a:pt x="3556" y="4042"/>
                    </a:cubicBezTo>
                    <a:cubicBezTo>
                      <a:pt x="3292" y="4042"/>
                      <a:pt x="3292" y="4042"/>
                      <a:pt x="3292" y="4042"/>
                    </a:cubicBezTo>
                    <a:cubicBezTo>
                      <a:pt x="3292" y="4024"/>
                      <a:pt x="3292" y="4024"/>
                      <a:pt x="3292" y="4024"/>
                    </a:cubicBezTo>
                    <a:cubicBezTo>
                      <a:pt x="3322" y="4020"/>
                      <a:pt x="3343" y="4011"/>
                      <a:pt x="3355" y="3997"/>
                    </a:cubicBezTo>
                    <a:cubicBezTo>
                      <a:pt x="3367" y="3984"/>
                      <a:pt x="3373" y="3955"/>
                      <a:pt x="3373" y="3910"/>
                    </a:cubicBezTo>
                    <a:cubicBezTo>
                      <a:pt x="3373" y="3629"/>
                      <a:pt x="3373" y="3629"/>
                      <a:pt x="3373" y="3629"/>
                    </a:cubicBezTo>
                    <a:cubicBezTo>
                      <a:pt x="3373" y="3592"/>
                      <a:pt x="3367" y="3560"/>
                      <a:pt x="3353" y="3536"/>
                    </a:cubicBezTo>
                    <a:cubicBezTo>
                      <a:pt x="3340" y="3511"/>
                      <a:pt x="3316" y="3499"/>
                      <a:pt x="3281" y="3499"/>
                    </a:cubicBezTo>
                    <a:cubicBezTo>
                      <a:pt x="3257" y="3499"/>
                      <a:pt x="3232" y="3507"/>
                      <a:pt x="3207" y="3525"/>
                    </a:cubicBezTo>
                    <a:cubicBezTo>
                      <a:pt x="3193" y="3535"/>
                      <a:pt x="3175" y="3552"/>
                      <a:pt x="3153" y="3575"/>
                    </a:cubicBezTo>
                    <a:cubicBezTo>
                      <a:pt x="3153" y="3943"/>
                      <a:pt x="3153" y="3943"/>
                      <a:pt x="3153" y="3943"/>
                    </a:cubicBezTo>
                    <a:cubicBezTo>
                      <a:pt x="3153" y="3975"/>
                      <a:pt x="3160" y="3996"/>
                      <a:pt x="3173" y="4007"/>
                    </a:cubicBezTo>
                    <a:cubicBezTo>
                      <a:pt x="3187" y="4018"/>
                      <a:pt x="3208" y="4023"/>
                      <a:pt x="3237" y="4024"/>
                    </a:cubicBezTo>
                    <a:cubicBezTo>
                      <a:pt x="3237" y="4042"/>
                      <a:pt x="3237" y="4042"/>
                      <a:pt x="3237" y="4042"/>
                    </a:cubicBezTo>
                    <a:cubicBezTo>
                      <a:pt x="2966" y="4042"/>
                      <a:pt x="2966" y="4042"/>
                      <a:pt x="2966" y="4042"/>
                    </a:cubicBezTo>
                    <a:lnTo>
                      <a:pt x="2966" y="4024"/>
                    </a:lnTo>
                    <a:close/>
                    <a:moveTo>
                      <a:pt x="3847" y="3435"/>
                    </a:moveTo>
                    <a:cubicBezTo>
                      <a:pt x="3847" y="3452"/>
                      <a:pt x="3847" y="3452"/>
                      <a:pt x="3847" y="3452"/>
                    </a:cubicBezTo>
                    <a:cubicBezTo>
                      <a:pt x="3825" y="3455"/>
                      <a:pt x="3810" y="3459"/>
                      <a:pt x="3801" y="3463"/>
                    </a:cubicBezTo>
                    <a:cubicBezTo>
                      <a:pt x="3792" y="3467"/>
                      <a:pt x="3788" y="3477"/>
                      <a:pt x="3788" y="3492"/>
                    </a:cubicBezTo>
                    <a:cubicBezTo>
                      <a:pt x="3788" y="3499"/>
                      <a:pt x="3789" y="3505"/>
                      <a:pt x="3791" y="3512"/>
                    </a:cubicBezTo>
                    <a:cubicBezTo>
                      <a:pt x="3793" y="3518"/>
                      <a:pt x="3796" y="3527"/>
                      <a:pt x="3800" y="3540"/>
                    </a:cubicBezTo>
                    <a:cubicBezTo>
                      <a:pt x="3932" y="3873"/>
                      <a:pt x="3932" y="3873"/>
                      <a:pt x="3932" y="3873"/>
                    </a:cubicBezTo>
                    <a:cubicBezTo>
                      <a:pt x="4043" y="3578"/>
                      <a:pt x="4043" y="3578"/>
                      <a:pt x="4043" y="3578"/>
                    </a:cubicBezTo>
                    <a:cubicBezTo>
                      <a:pt x="4049" y="3564"/>
                      <a:pt x="4054" y="3549"/>
                      <a:pt x="4058" y="3533"/>
                    </a:cubicBezTo>
                    <a:cubicBezTo>
                      <a:pt x="4063" y="3517"/>
                      <a:pt x="4065" y="3505"/>
                      <a:pt x="4065" y="3497"/>
                    </a:cubicBezTo>
                    <a:cubicBezTo>
                      <a:pt x="4065" y="3480"/>
                      <a:pt x="4058" y="3468"/>
                      <a:pt x="4043" y="3460"/>
                    </a:cubicBezTo>
                    <a:cubicBezTo>
                      <a:pt x="4034" y="3456"/>
                      <a:pt x="4021" y="3454"/>
                      <a:pt x="4006" y="3452"/>
                    </a:cubicBezTo>
                    <a:cubicBezTo>
                      <a:pt x="4006" y="3435"/>
                      <a:pt x="4006" y="3435"/>
                      <a:pt x="4006" y="3435"/>
                    </a:cubicBezTo>
                    <a:cubicBezTo>
                      <a:pt x="4180" y="3435"/>
                      <a:pt x="4180" y="3435"/>
                      <a:pt x="4180" y="3435"/>
                    </a:cubicBezTo>
                    <a:cubicBezTo>
                      <a:pt x="4180" y="3452"/>
                      <a:pt x="4180" y="3452"/>
                      <a:pt x="4180" y="3452"/>
                    </a:cubicBezTo>
                    <a:cubicBezTo>
                      <a:pt x="4159" y="3454"/>
                      <a:pt x="4145" y="3461"/>
                      <a:pt x="4136" y="3474"/>
                    </a:cubicBezTo>
                    <a:cubicBezTo>
                      <a:pt x="4127" y="3486"/>
                      <a:pt x="4114" y="3515"/>
                      <a:pt x="4097" y="3560"/>
                    </a:cubicBezTo>
                    <a:cubicBezTo>
                      <a:pt x="3918" y="4031"/>
                      <a:pt x="3918" y="4031"/>
                      <a:pt x="3918" y="4031"/>
                    </a:cubicBezTo>
                    <a:cubicBezTo>
                      <a:pt x="3915" y="4040"/>
                      <a:pt x="3912" y="4045"/>
                      <a:pt x="3910" y="4048"/>
                    </a:cubicBezTo>
                    <a:cubicBezTo>
                      <a:pt x="3908" y="4051"/>
                      <a:pt x="3905" y="4053"/>
                      <a:pt x="3901" y="4053"/>
                    </a:cubicBezTo>
                    <a:cubicBezTo>
                      <a:pt x="3897" y="4053"/>
                      <a:pt x="3893" y="4050"/>
                      <a:pt x="3890" y="4045"/>
                    </a:cubicBezTo>
                    <a:cubicBezTo>
                      <a:pt x="3887" y="4040"/>
                      <a:pt x="3884" y="4034"/>
                      <a:pt x="3881" y="4027"/>
                    </a:cubicBezTo>
                    <a:cubicBezTo>
                      <a:pt x="3691" y="3547"/>
                      <a:pt x="3691" y="3547"/>
                      <a:pt x="3691" y="3547"/>
                    </a:cubicBezTo>
                    <a:cubicBezTo>
                      <a:pt x="3676" y="3509"/>
                      <a:pt x="3660" y="3482"/>
                      <a:pt x="3642" y="3468"/>
                    </a:cubicBezTo>
                    <a:cubicBezTo>
                      <a:pt x="3632" y="3460"/>
                      <a:pt x="3617" y="3455"/>
                      <a:pt x="3597" y="3452"/>
                    </a:cubicBezTo>
                    <a:cubicBezTo>
                      <a:pt x="3597" y="3435"/>
                      <a:pt x="3597" y="3435"/>
                      <a:pt x="3597" y="3435"/>
                    </a:cubicBezTo>
                    <a:lnTo>
                      <a:pt x="3847" y="3435"/>
                    </a:lnTo>
                    <a:close/>
                    <a:moveTo>
                      <a:pt x="4234" y="4024"/>
                    </a:moveTo>
                    <a:cubicBezTo>
                      <a:pt x="4279" y="4020"/>
                      <a:pt x="4306" y="4012"/>
                      <a:pt x="4318" y="4000"/>
                    </a:cubicBezTo>
                    <a:cubicBezTo>
                      <a:pt x="4330" y="3989"/>
                      <a:pt x="4335" y="3957"/>
                      <a:pt x="4335" y="3905"/>
                    </a:cubicBezTo>
                    <a:cubicBezTo>
                      <a:pt x="4335" y="3591"/>
                      <a:pt x="4335" y="3591"/>
                      <a:pt x="4335" y="3591"/>
                    </a:cubicBezTo>
                    <a:cubicBezTo>
                      <a:pt x="4335" y="3562"/>
                      <a:pt x="4334" y="3543"/>
                      <a:pt x="4330" y="3532"/>
                    </a:cubicBezTo>
                    <a:cubicBezTo>
                      <a:pt x="4324" y="3514"/>
                      <a:pt x="4311" y="3505"/>
                      <a:pt x="4291" y="3505"/>
                    </a:cubicBezTo>
                    <a:cubicBezTo>
                      <a:pt x="4287" y="3505"/>
                      <a:pt x="4282" y="3505"/>
                      <a:pt x="4278" y="3506"/>
                    </a:cubicBezTo>
                    <a:cubicBezTo>
                      <a:pt x="4274" y="3507"/>
                      <a:pt x="4261" y="3510"/>
                      <a:pt x="4241" y="3516"/>
                    </a:cubicBezTo>
                    <a:cubicBezTo>
                      <a:pt x="4241" y="3499"/>
                      <a:pt x="4241" y="3499"/>
                      <a:pt x="4241" y="3499"/>
                    </a:cubicBezTo>
                    <a:cubicBezTo>
                      <a:pt x="4267" y="3490"/>
                      <a:pt x="4267" y="3490"/>
                      <a:pt x="4267" y="3490"/>
                    </a:cubicBezTo>
                    <a:cubicBezTo>
                      <a:pt x="4339" y="3466"/>
                      <a:pt x="4389" y="3448"/>
                      <a:pt x="4418" y="3436"/>
                    </a:cubicBezTo>
                    <a:cubicBezTo>
                      <a:pt x="4429" y="3431"/>
                      <a:pt x="4436" y="3428"/>
                      <a:pt x="4440" y="3428"/>
                    </a:cubicBezTo>
                    <a:cubicBezTo>
                      <a:pt x="4441" y="3431"/>
                      <a:pt x="4441" y="3435"/>
                      <a:pt x="4441" y="3438"/>
                    </a:cubicBezTo>
                    <a:cubicBezTo>
                      <a:pt x="4441" y="3906"/>
                      <a:pt x="4441" y="3906"/>
                      <a:pt x="4441" y="3906"/>
                    </a:cubicBezTo>
                    <a:cubicBezTo>
                      <a:pt x="4441" y="3956"/>
                      <a:pt x="4447" y="3987"/>
                      <a:pt x="4458" y="4000"/>
                    </a:cubicBezTo>
                    <a:cubicBezTo>
                      <a:pt x="4470" y="4013"/>
                      <a:pt x="4495" y="4021"/>
                      <a:pt x="4536" y="4024"/>
                    </a:cubicBezTo>
                    <a:cubicBezTo>
                      <a:pt x="4536" y="4042"/>
                      <a:pt x="4536" y="4042"/>
                      <a:pt x="4536" y="4042"/>
                    </a:cubicBezTo>
                    <a:cubicBezTo>
                      <a:pt x="4234" y="4042"/>
                      <a:pt x="4234" y="4042"/>
                      <a:pt x="4234" y="4042"/>
                    </a:cubicBezTo>
                    <a:lnTo>
                      <a:pt x="4234" y="4024"/>
                    </a:lnTo>
                    <a:close/>
                    <a:moveTo>
                      <a:pt x="4332" y="3149"/>
                    </a:moveTo>
                    <a:cubicBezTo>
                      <a:pt x="4345" y="3136"/>
                      <a:pt x="4360" y="3129"/>
                      <a:pt x="4378" y="3129"/>
                    </a:cubicBezTo>
                    <a:cubicBezTo>
                      <a:pt x="4396" y="3129"/>
                      <a:pt x="4411" y="3136"/>
                      <a:pt x="4424" y="3149"/>
                    </a:cubicBezTo>
                    <a:cubicBezTo>
                      <a:pt x="4437" y="3162"/>
                      <a:pt x="4443" y="3179"/>
                      <a:pt x="4443" y="3198"/>
                    </a:cubicBezTo>
                    <a:cubicBezTo>
                      <a:pt x="4443" y="3216"/>
                      <a:pt x="4437" y="3232"/>
                      <a:pt x="4424" y="3246"/>
                    </a:cubicBezTo>
                    <a:cubicBezTo>
                      <a:pt x="4411" y="3259"/>
                      <a:pt x="4396" y="3266"/>
                      <a:pt x="4378" y="3266"/>
                    </a:cubicBezTo>
                    <a:cubicBezTo>
                      <a:pt x="4360" y="3266"/>
                      <a:pt x="4345" y="3259"/>
                      <a:pt x="4332" y="3246"/>
                    </a:cubicBezTo>
                    <a:cubicBezTo>
                      <a:pt x="4320" y="3232"/>
                      <a:pt x="4313" y="3216"/>
                      <a:pt x="4313" y="3198"/>
                    </a:cubicBezTo>
                    <a:cubicBezTo>
                      <a:pt x="4313" y="3179"/>
                      <a:pt x="4320" y="3163"/>
                      <a:pt x="4332" y="3149"/>
                    </a:cubicBezTo>
                    <a:close/>
                    <a:moveTo>
                      <a:pt x="4572" y="4020"/>
                    </a:moveTo>
                    <a:cubicBezTo>
                      <a:pt x="4610" y="4016"/>
                      <a:pt x="4635" y="4009"/>
                      <a:pt x="4648" y="3999"/>
                    </a:cubicBezTo>
                    <a:cubicBezTo>
                      <a:pt x="4660" y="3989"/>
                      <a:pt x="4666" y="3966"/>
                      <a:pt x="4666" y="3932"/>
                    </a:cubicBezTo>
                    <a:cubicBezTo>
                      <a:pt x="4666" y="3637"/>
                      <a:pt x="4666" y="3637"/>
                      <a:pt x="4666" y="3637"/>
                    </a:cubicBezTo>
                    <a:cubicBezTo>
                      <a:pt x="4666" y="3594"/>
                      <a:pt x="4663" y="3563"/>
                      <a:pt x="4655" y="3545"/>
                    </a:cubicBezTo>
                    <a:cubicBezTo>
                      <a:pt x="4647" y="3526"/>
                      <a:pt x="4634" y="3517"/>
                      <a:pt x="4614" y="3517"/>
                    </a:cubicBezTo>
                    <a:cubicBezTo>
                      <a:pt x="4609" y="3517"/>
                      <a:pt x="4604" y="3518"/>
                      <a:pt x="4597" y="3519"/>
                    </a:cubicBezTo>
                    <a:cubicBezTo>
                      <a:pt x="4591" y="3520"/>
                      <a:pt x="4584" y="3521"/>
                      <a:pt x="4576" y="3523"/>
                    </a:cubicBezTo>
                    <a:cubicBezTo>
                      <a:pt x="4576" y="3501"/>
                      <a:pt x="4576" y="3501"/>
                      <a:pt x="4576" y="3501"/>
                    </a:cubicBezTo>
                    <a:cubicBezTo>
                      <a:pt x="4600" y="3492"/>
                      <a:pt x="4624" y="3483"/>
                      <a:pt x="4649" y="3474"/>
                    </a:cubicBezTo>
                    <a:cubicBezTo>
                      <a:pt x="4673" y="3465"/>
                      <a:pt x="4690" y="3458"/>
                      <a:pt x="4700" y="3454"/>
                    </a:cubicBezTo>
                    <a:cubicBezTo>
                      <a:pt x="4720" y="3446"/>
                      <a:pt x="4742" y="3437"/>
                      <a:pt x="4763" y="3426"/>
                    </a:cubicBezTo>
                    <a:cubicBezTo>
                      <a:pt x="4766" y="3426"/>
                      <a:pt x="4768" y="3427"/>
                      <a:pt x="4769" y="3430"/>
                    </a:cubicBezTo>
                    <a:cubicBezTo>
                      <a:pt x="4769" y="3432"/>
                      <a:pt x="4770" y="3437"/>
                      <a:pt x="4770" y="3444"/>
                    </a:cubicBezTo>
                    <a:cubicBezTo>
                      <a:pt x="4770" y="3554"/>
                      <a:pt x="4770" y="3554"/>
                      <a:pt x="4770" y="3554"/>
                    </a:cubicBezTo>
                    <a:cubicBezTo>
                      <a:pt x="4796" y="3515"/>
                      <a:pt x="4821" y="3484"/>
                      <a:pt x="4845" y="3461"/>
                    </a:cubicBezTo>
                    <a:cubicBezTo>
                      <a:pt x="4869" y="3439"/>
                      <a:pt x="4894" y="3428"/>
                      <a:pt x="4920" y="3428"/>
                    </a:cubicBezTo>
                    <a:cubicBezTo>
                      <a:pt x="4941" y="3428"/>
                      <a:pt x="4957" y="3435"/>
                      <a:pt x="4970" y="3449"/>
                    </a:cubicBezTo>
                    <a:cubicBezTo>
                      <a:pt x="4983" y="3462"/>
                      <a:pt x="4990" y="3479"/>
                      <a:pt x="4990" y="3500"/>
                    </a:cubicBezTo>
                    <a:cubicBezTo>
                      <a:pt x="4990" y="3518"/>
                      <a:pt x="4985" y="3534"/>
                      <a:pt x="4975" y="3546"/>
                    </a:cubicBezTo>
                    <a:cubicBezTo>
                      <a:pt x="4965" y="3558"/>
                      <a:pt x="4952" y="3565"/>
                      <a:pt x="4938" y="3565"/>
                    </a:cubicBezTo>
                    <a:cubicBezTo>
                      <a:pt x="4922" y="3565"/>
                      <a:pt x="4907" y="3557"/>
                      <a:pt x="4891" y="3542"/>
                    </a:cubicBezTo>
                    <a:cubicBezTo>
                      <a:pt x="4876" y="3527"/>
                      <a:pt x="4864" y="3519"/>
                      <a:pt x="4855" y="3519"/>
                    </a:cubicBezTo>
                    <a:cubicBezTo>
                      <a:pt x="4841" y="3519"/>
                      <a:pt x="4823" y="3531"/>
                      <a:pt x="4803" y="3556"/>
                    </a:cubicBezTo>
                    <a:cubicBezTo>
                      <a:pt x="4782" y="3580"/>
                      <a:pt x="4772" y="3605"/>
                      <a:pt x="4772" y="3631"/>
                    </a:cubicBezTo>
                    <a:cubicBezTo>
                      <a:pt x="4772" y="3925"/>
                      <a:pt x="4772" y="3925"/>
                      <a:pt x="4772" y="3925"/>
                    </a:cubicBezTo>
                    <a:cubicBezTo>
                      <a:pt x="4772" y="3961"/>
                      <a:pt x="4780" y="3986"/>
                      <a:pt x="4797" y="4000"/>
                    </a:cubicBezTo>
                    <a:cubicBezTo>
                      <a:pt x="4813" y="4014"/>
                      <a:pt x="4841" y="4021"/>
                      <a:pt x="4880" y="4020"/>
                    </a:cubicBezTo>
                    <a:cubicBezTo>
                      <a:pt x="4880" y="4042"/>
                      <a:pt x="4880" y="4042"/>
                      <a:pt x="4880" y="4042"/>
                    </a:cubicBezTo>
                    <a:cubicBezTo>
                      <a:pt x="4572" y="4042"/>
                      <a:pt x="4572" y="4042"/>
                      <a:pt x="4572" y="4042"/>
                    </a:cubicBezTo>
                    <a:lnTo>
                      <a:pt x="4572" y="4020"/>
                    </a:lnTo>
                    <a:close/>
                    <a:moveTo>
                      <a:pt x="5097" y="3518"/>
                    </a:moveTo>
                    <a:cubicBezTo>
                      <a:pt x="5150" y="3458"/>
                      <a:pt x="5217" y="3428"/>
                      <a:pt x="5300" y="3428"/>
                    </a:cubicBezTo>
                    <a:cubicBezTo>
                      <a:pt x="5382" y="3428"/>
                      <a:pt x="5450" y="3457"/>
                      <a:pt x="5503" y="3513"/>
                    </a:cubicBezTo>
                    <a:cubicBezTo>
                      <a:pt x="5557" y="3570"/>
                      <a:pt x="5584" y="3645"/>
                      <a:pt x="5584" y="3739"/>
                    </a:cubicBezTo>
                    <a:cubicBezTo>
                      <a:pt x="5584" y="3826"/>
                      <a:pt x="5558" y="3902"/>
                      <a:pt x="5506" y="3966"/>
                    </a:cubicBezTo>
                    <a:cubicBezTo>
                      <a:pt x="5454" y="4030"/>
                      <a:pt x="5386" y="4062"/>
                      <a:pt x="5303" y="4062"/>
                    </a:cubicBezTo>
                    <a:cubicBezTo>
                      <a:pt x="5224" y="4062"/>
                      <a:pt x="5157" y="4031"/>
                      <a:pt x="5102" y="3969"/>
                    </a:cubicBezTo>
                    <a:cubicBezTo>
                      <a:pt x="5047" y="3908"/>
                      <a:pt x="5019" y="3831"/>
                      <a:pt x="5019" y="3738"/>
                    </a:cubicBezTo>
                    <a:cubicBezTo>
                      <a:pt x="5019" y="3651"/>
                      <a:pt x="5045" y="3578"/>
                      <a:pt x="5097" y="3518"/>
                    </a:cubicBezTo>
                    <a:close/>
                    <a:moveTo>
                      <a:pt x="5196" y="3500"/>
                    </a:moveTo>
                    <a:cubicBezTo>
                      <a:pt x="5154" y="3540"/>
                      <a:pt x="5133" y="3608"/>
                      <a:pt x="5133" y="3706"/>
                    </a:cubicBezTo>
                    <a:cubicBezTo>
                      <a:pt x="5133" y="3783"/>
                      <a:pt x="5150" y="3856"/>
                      <a:pt x="5184" y="3923"/>
                    </a:cubicBezTo>
                    <a:cubicBezTo>
                      <a:pt x="5217" y="3991"/>
                      <a:pt x="5264" y="4024"/>
                      <a:pt x="5324" y="4024"/>
                    </a:cubicBezTo>
                    <a:cubicBezTo>
                      <a:pt x="5371" y="4024"/>
                      <a:pt x="5407" y="4002"/>
                      <a:pt x="5432" y="3957"/>
                    </a:cubicBezTo>
                    <a:cubicBezTo>
                      <a:pt x="5457" y="3912"/>
                      <a:pt x="5470" y="3853"/>
                      <a:pt x="5470" y="3780"/>
                    </a:cubicBezTo>
                    <a:cubicBezTo>
                      <a:pt x="5470" y="3704"/>
                      <a:pt x="5454" y="3633"/>
                      <a:pt x="5421" y="3566"/>
                    </a:cubicBezTo>
                    <a:cubicBezTo>
                      <a:pt x="5389" y="3499"/>
                      <a:pt x="5343" y="3466"/>
                      <a:pt x="5282" y="3466"/>
                    </a:cubicBezTo>
                    <a:cubicBezTo>
                      <a:pt x="5249" y="3466"/>
                      <a:pt x="5220" y="3477"/>
                      <a:pt x="5196" y="3500"/>
                    </a:cubicBezTo>
                    <a:close/>
                    <a:moveTo>
                      <a:pt x="5647" y="4024"/>
                    </a:moveTo>
                    <a:cubicBezTo>
                      <a:pt x="5676" y="4020"/>
                      <a:pt x="5696" y="4013"/>
                      <a:pt x="5707" y="4002"/>
                    </a:cubicBezTo>
                    <a:cubicBezTo>
                      <a:pt x="5719" y="3990"/>
                      <a:pt x="5724" y="3965"/>
                      <a:pt x="5724" y="3925"/>
                    </a:cubicBezTo>
                    <a:cubicBezTo>
                      <a:pt x="5724" y="3591"/>
                      <a:pt x="5724" y="3591"/>
                      <a:pt x="5724" y="3591"/>
                    </a:cubicBezTo>
                    <a:cubicBezTo>
                      <a:pt x="5724" y="3563"/>
                      <a:pt x="5722" y="3543"/>
                      <a:pt x="5717" y="3532"/>
                    </a:cubicBezTo>
                    <a:cubicBezTo>
                      <a:pt x="5709" y="3515"/>
                      <a:pt x="5693" y="3507"/>
                      <a:pt x="5669" y="3507"/>
                    </a:cubicBezTo>
                    <a:cubicBezTo>
                      <a:pt x="5665" y="3507"/>
                      <a:pt x="5661" y="3507"/>
                      <a:pt x="5657" y="3508"/>
                    </a:cubicBezTo>
                    <a:cubicBezTo>
                      <a:pt x="5654" y="3508"/>
                      <a:pt x="5649" y="3509"/>
                      <a:pt x="5643" y="3510"/>
                    </a:cubicBezTo>
                    <a:cubicBezTo>
                      <a:pt x="5643" y="3488"/>
                      <a:pt x="5643" y="3488"/>
                      <a:pt x="5643" y="3488"/>
                    </a:cubicBezTo>
                    <a:cubicBezTo>
                      <a:pt x="5660" y="3483"/>
                      <a:pt x="5700" y="3469"/>
                      <a:pt x="5763" y="3448"/>
                    </a:cubicBezTo>
                    <a:cubicBezTo>
                      <a:pt x="5822" y="3428"/>
                      <a:pt x="5822" y="3428"/>
                      <a:pt x="5822" y="3428"/>
                    </a:cubicBezTo>
                    <a:cubicBezTo>
                      <a:pt x="5825" y="3428"/>
                      <a:pt x="5826" y="3429"/>
                      <a:pt x="5827" y="3431"/>
                    </a:cubicBezTo>
                    <a:cubicBezTo>
                      <a:pt x="5828" y="3433"/>
                      <a:pt x="5828" y="3436"/>
                      <a:pt x="5828" y="3440"/>
                    </a:cubicBezTo>
                    <a:cubicBezTo>
                      <a:pt x="5828" y="3533"/>
                      <a:pt x="5828" y="3533"/>
                      <a:pt x="5828" y="3533"/>
                    </a:cubicBezTo>
                    <a:cubicBezTo>
                      <a:pt x="5866" y="3496"/>
                      <a:pt x="5895" y="3471"/>
                      <a:pt x="5917" y="3457"/>
                    </a:cubicBezTo>
                    <a:cubicBezTo>
                      <a:pt x="5949" y="3437"/>
                      <a:pt x="5982" y="3426"/>
                      <a:pt x="6017" y="3426"/>
                    </a:cubicBezTo>
                    <a:cubicBezTo>
                      <a:pt x="6045" y="3426"/>
                      <a:pt x="6070" y="3435"/>
                      <a:pt x="6093" y="3452"/>
                    </a:cubicBezTo>
                    <a:cubicBezTo>
                      <a:pt x="6138" y="3485"/>
                      <a:pt x="6160" y="3544"/>
                      <a:pt x="6160" y="3629"/>
                    </a:cubicBezTo>
                    <a:cubicBezTo>
                      <a:pt x="6160" y="3934"/>
                      <a:pt x="6160" y="3934"/>
                      <a:pt x="6160" y="3934"/>
                    </a:cubicBezTo>
                    <a:cubicBezTo>
                      <a:pt x="6160" y="3966"/>
                      <a:pt x="6166" y="3989"/>
                      <a:pt x="6178" y="4003"/>
                    </a:cubicBezTo>
                    <a:cubicBezTo>
                      <a:pt x="6189" y="4017"/>
                      <a:pt x="6209" y="4024"/>
                      <a:pt x="6237" y="4024"/>
                    </a:cubicBezTo>
                    <a:cubicBezTo>
                      <a:pt x="6237" y="4042"/>
                      <a:pt x="6237" y="4042"/>
                      <a:pt x="6237" y="4042"/>
                    </a:cubicBezTo>
                    <a:cubicBezTo>
                      <a:pt x="5973" y="4042"/>
                      <a:pt x="5973" y="4042"/>
                      <a:pt x="5973" y="4042"/>
                    </a:cubicBezTo>
                    <a:cubicBezTo>
                      <a:pt x="5973" y="4024"/>
                      <a:pt x="5973" y="4024"/>
                      <a:pt x="5973" y="4024"/>
                    </a:cubicBezTo>
                    <a:cubicBezTo>
                      <a:pt x="6003" y="4020"/>
                      <a:pt x="6024" y="4011"/>
                      <a:pt x="6036" y="3997"/>
                    </a:cubicBezTo>
                    <a:cubicBezTo>
                      <a:pt x="6048" y="3984"/>
                      <a:pt x="6054" y="3955"/>
                      <a:pt x="6054" y="3910"/>
                    </a:cubicBezTo>
                    <a:cubicBezTo>
                      <a:pt x="6054" y="3629"/>
                      <a:pt x="6054" y="3629"/>
                      <a:pt x="6054" y="3629"/>
                    </a:cubicBezTo>
                    <a:cubicBezTo>
                      <a:pt x="6054" y="3592"/>
                      <a:pt x="6048" y="3560"/>
                      <a:pt x="6035" y="3536"/>
                    </a:cubicBezTo>
                    <a:cubicBezTo>
                      <a:pt x="6022" y="3511"/>
                      <a:pt x="5997" y="3499"/>
                      <a:pt x="5962" y="3499"/>
                    </a:cubicBezTo>
                    <a:cubicBezTo>
                      <a:pt x="5938" y="3499"/>
                      <a:pt x="5913" y="3507"/>
                      <a:pt x="5888" y="3525"/>
                    </a:cubicBezTo>
                    <a:cubicBezTo>
                      <a:pt x="5875" y="3535"/>
                      <a:pt x="5857" y="3552"/>
                      <a:pt x="5834" y="3575"/>
                    </a:cubicBezTo>
                    <a:cubicBezTo>
                      <a:pt x="5834" y="3943"/>
                      <a:pt x="5834" y="3943"/>
                      <a:pt x="5834" y="3943"/>
                    </a:cubicBezTo>
                    <a:cubicBezTo>
                      <a:pt x="5834" y="3975"/>
                      <a:pt x="5841" y="3996"/>
                      <a:pt x="5854" y="4007"/>
                    </a:cubicBezTo>
                    <a:cubicBezTo>
                      <a:pt x="5868" y="4018"/>
                      <a:pt x="5889" y="4023"/>
                      <a:pt x="5918" y="4024"/>
                    </a:cubicBezTo>
                    <a:cubicBezTo>
                      <a:pt x="5918" y="4042"/>
                      <a:pt x="5918" y="4042"/>
                      <a:pt x="5918" y="4042"/>
                    </a:cubicBezTo>
                    <a:cubicBezTo>
                      <a:pt x="5647" y="4042"/>
                      <a:pt x="5647" y="4042"/>
                      <a:pt x="5647" y="4042"/>
                    </a:cubicBezTo>
                    <a:lnTo>
                      <a:pt x="5647" y="4024"/>
                    </a:lnTo>
                    <a:close/>
                    <a:moveTo>
                      <a:pt x="6276" y="4024"/>
                    </a:moveTo>
                    <a:cubicBezTo>
                      <a:pt x="6309" y="4021"/>
                      <a:pt x="6330" y="4016"/>
                      <a:pt x="6341" y="4007"/>
                    </a:cubicBezTo>
                    <a:cubicBezTo>
                      <a:pt x="6358" y="3995"/>
                      <a:pt x="6366" y="3970"/>
                      <a:pt x="6366" y="3932"/>
                    </a:cubicBezTo>
                    <a:cubicBezTo>
                      <a:pt x="6366" y="3593"/>
                      <a:pt x="6366" y="3593"/>
                      <a:pt x="6366" y="3593"/>
                    </a:cubicBezTo>
                    <a:cubicBezTo>
                      <a:pt x="6366" y="3561"/>
                      <a:pt x="6362" y="3540"/>
                      <a:pt x="6354" y="3530"/>
                    </a:cubicBezTo>
                    <a:cubicBezTo>
                      <a:pt x="6346" y="3520"/>
                      <a:pt x="6333" y="3515"/>
                      <a:pt x="6315" y="3515"/>
                    </a:cubicBezTo>
                    <a:cubicBezTo>
                      <a:pt x="6306" y="3515"/>
                      <a:pt x="6300" y="3515"/>
                      <a:pt x="6295" y="3516"/>
                    </a:cubicBezTo>
                    <a:cubicBezTo>
                      <a:pt x="6291" y="3517"/>
                      <a:pt x="6286" y="3518"/>
                      <a:pt x="6280" y="3521"/>
                    </a:cubicBezTo>
                    <a:cubicBezTo>
                      <a:pt x="6280" y="3499"/>
                      <a:pt x="6280" y="3499"/>
                      <a:pt x="6280" y="3499"/>
                    </a:cubicBezTo>
                    <a:cubicBezTo>
                      <a:pt x="6325" y="3483"/>
                      <a:pt x="6325" y="3483"/>
                      <a:pt x="6325" y="3483"/>
                    </a:cubicBezTo>
                    <a:cubicBezTo>
                      <a:pt x="6341" y="3477"/>
                      <a:pt x="6368" y="3466"/>
                      <a:pt x="6405" y="3451"/>
                    </a:cubicBezTo>
                    <a:cubicBezTo>
                      <a:pt x="6441" y="3436"/>
                      <a:pt x="6461" y="3428"/>
                      <a:pt x="6463" y="3428"/>
                    </a:cubicBezTo>
                    <a:cubicBezTo>
                      <a:pt x="6465" y="3428"/>
                      <a:pt x="6466" y="3429"/>
                      <a:pt x="6467" y="3432"/>
                    </a:cubicBezTo>
                    <a:cubicBezTo>
                      <a:pt x="6467" y="3434"/>
                      <a:pt x="6467" y="3438"/>
                      <a:pt x="6467" y="3445"/>
                    </a:cubicBezTo>
                    <a:cubicBezTo>
                      <a:pt x="6467" y="3535"/>
                      <a:pt x="6467" y="3535"/>
                      <a:pt x="6467" y="3535"/>
                    </a:cubicBezTo>
                    <a:cubicBezTo>
                      <a:pt x="6508" y="3495"/>
                      <a:pt x="6543" y="3467"/>
                      <a:pt x="6573" y="3451"/>
                    </a:cubicBezTo>
                    <a:cubicBezTo>
                      <a:pt x="6603" y="3436"/>
                      <a:pt x="6633" y="3428"/>
                      <a:pt x="6664" y="3428"/>
                    </a:cubicBezTo>
                    <a:cubicBezTo>
                      <a:pt x="6707" y="3428"/>
                      <a:pt x="6741" y="3444"/>
                      <a:pt x="6766" y="3475"/>
                    </a:cubicBezTo>
                    <a:cubicBezTo>
                      <a:pt x="6779" y="3492"/>
                      <a:pt x="6790" y="3515"/>
                      <a:pt x="6799" y="3544"/>
                    </a:cubicBezTo>
                    <a:cubicBezTo>
                      <a:pt x="6829" y="3511"/>
                      <a:pt x="6856" y="3486"/>
                      <a:pt x="6879" y="3470"/>
                    </a:cubicBezTo>
                    <a:cubicBezTo>
                      <a:pt x="6919" y="3442"/>
                      <a:pt x="6959" y="3428"/>
                      <a:pt x="7000" y="3428"/>
                    </a:cubicBezTo>
                    <a:cubicBezTo>
                      <a:pt x="7067" y="3428"/>
                      <a:pt x="7112" y="3457"/>
                      <a:pt x="7134" y="3514"/>
                    </a:cubicBezTo>
                    <a:cubicBezTo>
                      <a:pt x="7147" y="3546"/>
                      <a:pt x="7153" y="3597"/>
                      <a:pt x="7153" y="3667"/>
                    </a:cubicBezTo>
                    <a:cubicBezTo>
                      <a:pt x="7153" y="3938"/>
                      <a:pt x="7153" y="3938"/>
                      <a:pt x="7153" y="3938"/>
                    </a:cubicBezTo>
                    <a:cubicBezTo>
                      <a:pt x="7153" y="3970"/>
                      <a:pt x="7160" y="3991"/>
                      <a:pt x="7173" y="4002"/>
                    </a:cubicBezTo>
                    <a:cubicBezTo>
                      <a:pt x="7186" y="4013"/>
                      <a:pt x="7209" y="4021"/>
                      <a:pt x="7244" y="4024"/>
                    </a:cubicBezTo>
                    <a:cubicBezTo>
                      <a:pt x="7244" y="4042"/>
                      <a:pt x="7244" y="4042"/>
                      <a:pt x="7244" y="4042"/>
                    </a:cubicBezTo>
                    <a:cubicBezTo>
                      <a:pt x="6964" y="4042"/>
                      <a:pt x="6964" y="4042"/>
                      <a:pt x="6964" y="4042"/>
                    </a:cubicBezTo>
                    <a:cubicBezTo>
                      <a:pt x="6964" y="4024"/>
                      <a:pt x="6964" y="4024"/>
                      <a:pt x="6964" y="4024"/>
                    </a:cubicBezTo>
                    <a:cubicBezTo>
                      <a:pt x="7000" y="4021"/>
                      <a:pt x="7024" y="4013"/>
                      <a:pt x="7035" y="4001"/>
                    </a:cubicBezTo>
                    <a:cubicBezTo>
                      <a:pt x="7047" y="3990"/>
                      <a:pt x="7052" y="3966"/>
                      <a:pt x="7052" y="3930"/>
                    </a:cubicBezTo>
                    <a:cubicBezTo>
                      <a:pt x="7052" y="3648"/>
                      <a:pt x="7052" y="3648"/>
                      <a:pt x="7052" y="3648"/>
                    </a:cubicBezTo>
                    <a:cubicBezTo>
                      <a:pt x="7052" y="3606"/>
                      <a:pt x="7048" y="3575"/>
                      <a:pt x="7039" y="3554"/>
                    </a:cubicBezTo>
                    <a:cubicBezTo>
                      <a:pt x="7024" y="3519"/>
                      <a:pt x="6993" y="3501"/>
                      <a:pt x="6948" y="3501"/>
                    </a:cubicBezTo>
                    <a:cubicBezTo>
                      <a:pt x="6921" y="3501"/>
                      <a:pt x="6894" y="3510"/>
                      <a:pt x="6867" y="3529"/>
                    </a:cubicBezTo>
                    <a:cubicBezTo>
                      <a:pt x="6852" y="3540"/>
                      <a:pt x="6833" y="3557"/>
                      <a:pt x="6810" y="3581"/>
                    </a:cubicBezTo>
                    <a:cubicBezTo>
                      <a:pt x="6810" y="3914"/>
                      <a:pt x="6810" y="3914"/>
                      <a:pt x="6810" y="3914"/>
                    </a:cubicBezTo>
                    <a:cubicBezTo>
                      <a:pt x="6810" y="3950"/>
                      <a:pt x="6816" y="3976"/>
                      <a:pt x="6828" y="3995"/>
                    </a:cubicBezTo>
                    <a:cubicBezTo>
                      <a:pt x="6840" y="4013"/>
                      <a:pt x="6865" y="4023"/>
                      <a:pt x="6903" y="4024"/>
                    </a:cubicBezTo>
                    <a:cubicBezTo>
                      <a:pt x="6903" y="4042"/>
                      <a:pt x="6903" y="4042"/>
                      <a:pt x="6903" y="4042"/>
                    </a:cubicBezTo>
                    <a:cubicBezTo>
                      <a:pt x="6619" y="4042"/>
                      <a:pt x="6619" y="4042"/>
                      <a:pt x="6619" y="4042"/>
                    </a:cubicBezTo>
                    <a:cubicBezTo>
                      <a:pt x="6619" y="4024"/>
                      <a:pt x="6619" y="4024"/>
                      <a:pt x="6619" y="4024"/>
                    </a:cubicBezTo>
                    <a:cubicBezTo>
                      <a:pt x="6658" y="4019"/>
                      <a:pt x="6683" y="4009"/>
                      <a:pt x="6693" y="3995"/>
                    </a:cubicBezTo>
                    <a:cubicBezTo>
                      <a:pt x="6704" y="3980"/>
                      <a:pt x="6709" y="3944"/>
                      <a:pt x="6709" y="3886"/>
                    </a:cubicBezTo>
                    <a:cubicBezTo>
                      <a:pt x="6709" y="3703"/>
                      <a:pt x="6709" y="3703"/>
                      <a:pt x="6709" y="3703"/>
                    </a:cubicBezTo>
                    <a:cubicBezTo>
                      <a:pt x="6709" y="3636"/>
                      <a:pt x="6705" y="3590"/>
                      <a:pt x="6697" y="3565"/>
                    </a:cubicBezTo>
                    <a:cubicBezTo>
                      <a:pt x="6683" y="3522"/>
                      <a:pt x="6654" y="3501"/>
                      <a:pt x="6610" y="3501"/>
                    </a:cubicBezTo>
                    <a:cubicBezTo>
                      <a:pt x="6585" y="3501"/>
                      <a:pt x="6560" y="3508"/>
                      <a:pt x="6536" y="3523"/>
                    </a:cubicBezTo>
                    <a:cubicBezTo>
                      <a:pt x="6512" y="3537"/>
                      <a:pt x="6490" y="3556"/>
                      <a:pt x="6472" y="3580"/>
                    </a:cubicBezTo>
                    <a:cubicBezTo>
                      <a:pt x="6472" y="3938"/>
                      <a:pt x="6472" y="3938"/>
                      <a:pt x="6472" y="3938"/>
                    </a:cubicBezTo>
                    <a:cubicBezTo>
                      <a:pt x="6472" y="3971"/>
                      <a:pt x="6477" y="3993"/>
                      <a:pt x="6488" y="4005"/>
                    </a:cubicBezTo>
                    <a:cubicBezTo>
                      <a:pt x="6499" y="4018"/>
                      <a:pt x="6523" y="4024"/>
                      <a:pt x="6560" y="4024"/>
                    </a:cubicBezTo>
                    <a:cubicBezTo>
                      <a:pt x="6560" y="4042"/>
                      <a:pt x="6560" y="4042"/>
                      <a:pt x="6560" y="4042"/>
                    </a:cubicBezTo>
                    <a:cubicBezTo>
                      <a:pt x="6276" y="4042"/>
                      <a:pt x="6276" y="4042"/>
                      <a:pt x="6276" y="4042"/>
                    </a:cubicBezTo>
                    <a:lnTo>
                      <a:pt x="6276" y="4024"/>
                    </a:lnTo>
                    <a:close/>
                    <a:moveTo>
                      <a:pt x="7689" y="3491"/>
                    </a:moveTo>
                    <a:cubicBezTo>
                      <a:pt x="7732" y="3533"/>
                      <a:pt x="7754" y="3593"/>
                      <a:pt x="7754" y="3670"/>
                    </a:cubicBezTo>
                    <a:cubicBezTo>
                      <a:pt x="7361" y="3670"/>
                      <a:pt x="7361" y="3670"/>
                      <a:pt x="7361" y="3670"/>
                    </a:cubicBezTo>
                    <a:cubicBezTo>
                      <a:pt x="7365" y="3772"/>
                      <a:pt x="7387" y="3846"/>
                      <a:pt x="7426" y="3893"/>
                    </a:cubicBezTo>
                    <a:cubicBezTo>
                      <a:pt x="7465" y="3939"/>
                      <a:pt x="7511" y="3963"/>
                      <a:pt x="7565" y="3963"/>
                    </a:cubicBezTo>
                    <a:cubicBezTo>
                      <a:pt x="7608" y="3963"/>
                      <a:pt x="7645" y="3951"/>
                      <a:pt x="7674" y="3926"/>
                    </a:cubicBezTo>
                    <a:cubicBezTo>
                      <a:pt x="7704" y="3902"/>
                      <a:pt x="7732" y="3868"/>
                      <a:pt x="7757" y="3824"/>
                    </a:cubicBezTo>
                    <a:cubicBezTo>
                      <a:pt x="7779" y="3832"/>
                      <a:pt x="7779" y="3832"/>
                      <a:pt x="7779" y="3832"/>
                    </a:cubicBezTo>
                    <a:cubicBezTo>
                      <a:pt x="7762" y="3887"/>
                      <a:pt x="7730" y="3939"/>
                      <a:pt x="7683" y="3986"/>
                    </a:cubicBezTo>
                    <a:cubicBezTo>
                      <a:pt x="7637" y="4033"/>
                      <a:pt x="7580" y="4057"/>
                      <a:pt x="7512" y="4057"/>
                    </a:cubicBezTo>
                    <a:cubicBezTo>
                      <a:pt x="7434" y="4057"/>
                      <a:pt x="7374" y="4026"/>
                      <a:pt x="7332" y="3964"/>
                    </a:cubicBezTo>
                    <a:cubicBezTo>
                      <a:pt x="7290" y="3902"/>
                      <a:pt x="7268" y="3831"/>
                      <a:pt x="7268" y="3751"/>
                    </a:cubicBezTo>
                    <a:cubicBezTo>
                      <a:pt x="7268" y="3663"/>
                      <a:pt x="7293" y="3587"/>
                      <a:pt x="7342" y="3524"/>
                    </a:cubicBezTo>
                    <a:cubicBezTo>
                      <a:pt x="7392" y="3460"/>
                      <a:pt x="7456" y="3428"/>
                      <a:pt x="7535" y="3428"/>
                    </a:cubicBezTo>
                    <a:cubicBezTo>
                      <a:pt x="7593" y="3428"/>
                      <a:pt x="7645" y="3449"/>
                      <a:pt x="7689" y="3491"/>
                    </a:cubicBezTo>
                    <a:close/>
                    <a:moveTo>
                      <a:pt x="7392" y="3539"/>
                    </a:moveTo>
                    <a:cubicBezTo>
                      <a:pt x="7378" y="3563"/>
                      <a:pt x="7369" y="3592"/>
                      <a:pt x="7363" y="3628"/>
                    </a:cubicBezTo>
                    <a:cubicBezTo>
                      <a:pt x="7625" y="3628"/>
                      <a:pt x="7625" y="3628"/>
                      <a:pt x="7625" y="3628"/>
                    </a:cubicBezTo>
                    <a:cubicBezTo>
                      <a:pt x="7620" y="3584"/>
                      <a:pt x="7612" y="3552"/>
                      <a:pt x="7601" y="3530"/>
                    </a:cubicBezTo>
                    <a:cubicBezTo>
                      <a:pt x="7581" y="3492"/>
                      <a:pt x="7547" y="3472"/>
                      <a:pt x="7499" y="3472"/>
                    </a:cubicBezTo>
                    <a:cubicBezTo>
                      <a:pt x="7452" y="3472"/>
                      <a:pt x="7416" y="3494"/>
                      <a:pt x="7392" y="3539"/>
                    </a:cubicBezTo>
                    <a:close/>
                    <a:moveTo>
                      <a:pt x="7834" y="4024"/>
                    </a:moveTo>
                    <a:cubicBezTo>
                      <a:pt x="7863" y="4020"/>
                      <a:pt x="7883" y="4013"/>
                      <a:pt x="7894" y="4002"/>
                    </a:cubicBezTo>
                    <a:cubicBezTo>
                      <a:pt x="7906" y="3990"/>
                      <a:pt x="7911" y="3965"/>
                      <a:pt x="7911" y="3925"/>
                    </a:cubicBezTo>
                    <a:cubicBezTo>
                      <a:pt x="7911" y="3591"/>
                      <a:pt x="7911" y="3591"/>
                      <a:pt x="7911" y="3591"/>
                    </a:cubicBezTo>
                    <a:cubicBezTo>
                      <a:pt x="7911" y="3563"/>
                      <a:pt x="7909" y="3543"/>
                      <a:pt x="7904" y="3532"/>
                    </a:cubicBezTo>
                    <a:cubicBezTo>
                      <a:pt x="7896" y="3515"/>
                      <a:pt x="7880" y="3507"/>
                      <a:pt x="7856" y="3507"/>
                    </a:cubicBezTo>
                    <a:cubicBezTo>
                      <a:pt x="7852" y="3507"/>
                      <a:pt x="7848" y="3507"/>
                      <a:pt x="7844" y="3508"/>
                    </a:cubicBezTo>
                    <a:cubicBezTo>
                      <a:pt x="7840" y="3508"/>
                      <a:pt x="7836" y="3509"/>
                      <a:pt x="7830" y="3510"/>
                    </a:cubicBezTo>
                    <a:cubicBezTo>
                      <a:pt x="7830" y="3488"/>
                      <a:pt x="7830" y="3488"/>
                      <a:pt x="7830" y="3488"/>
                    </a:cubicBezTo>
                    <a:cubicBezTo>
                      <a:pt x="7847" y="3483"/>
                      <a:pt x="7887" y="3469"/>
                      <a:pt x="7950" y="3448"/>
                    </a:cubicBezTo>
                    <a:cubicBezTo>
                      <a:pt x="8008" y="3428"/>
                      <a:pt x="8008" y="3428"/>
                      <a:pt x="8008" y="3428"/>
                    </a:cubicBezTo>
                    <a:cubicBezTo>
                      <a:pt x="8011" y="3428"/>
                      <a:pt x="8013" y="3429"/>
                      <a:pt x="8014" y="3431"/>
                    </a:cubicBezTo>
                    <a:cubicBezTo>
                      <a:pt x="8014" y="3433"/>
                      <a:pt x="8015" y="3436"/>
                      <a:pt x="8015" y="3440"/>
                    </a:cubicBezTo>
                    <a:cubicBezTo>
                      <a:pt x="8015" y="3533"/>
                      <a:pt x="8015" y="3533"/>
                      <a:pt x="8015" y="3533"/>
                    </a:cubicBezTo>
                    <a:cubicBezTo>
                      <a:pt x="8053" y="3496"/>
                      <a:pt x="8082" y="3471"/>
                      <a:pt x="8104" y="3457"/>
                    </a:cubicBezTo>
                    <a:cubicBezTo>
                      <a:pt x="8136" y="3437"/>
                      <a:pt x="8169" y="3426"/>
                      <a:pt x="8204" y="3426"/>
                    </a:cubicBezTo>
                    <a:cubicBezTo>
                      <a:pt x="8232" y="3426"/>
                      <a:pt x="8257" y="3435"/>
                      <a:pt x="8280" y="3452"/>
                    </a:cubicBezTo>
                    <a:cubicBezTo>
                      <a:pt x="8325" y="3485"/>
                      <a:pt x="8347" y="3544"/>
                      <a:pt x="8347" y="3629"/>
                    </a:cubicBezTo>
                    <a:cubicBezTo>
                      <a:pt x="8347" y="3934"/>
                      <a:pt x="8347" y="3934"/>
                      <a:pt x="8347" y="3934"/>
                    </a:cubicBezTo>
                    <a:cubicBezTo>
                      <a:pt x="8347" y="3966"/>
                      <a:pt x="8353" y="3989"/>
                      <a:pt x="8364" y="4003"/>
                    </a:cubicBezTo>
                    <a:cubicBezTo>
                      <a:pt x="8376" y="4017"/>
                      <a:pt x="8396" y="4024"/>
                      <a:pt x="8424" y="4024"/>
                    </a:cubicBezTo>
                    <a:cubicBezTo>
                      <a:pt x="8424" y="4042"/>
                      <a:pt x="8424" y="4042"/>
                      <a:pt x="8424" y="4042"/>
                    </a:cubicBezTo>
                    <a:cubicBezTo>
                      <a:pt x="8160" y="4042"/>
                      <a:pt x="8160" y="4042"/>
                      <a:pt x="8160" y="4042"/>
                    </a:cubicBezTo>
                    <a:cubicBezTo>
                      <a:pt x="8160" y="4024"/>
                      <a:pt x="8160" y="4024"/>
                      <a:pt x="8160" y="4024"/>
                    </a:cubicBezTo>
                    <a:cubicBezTo>
                      <a:pt x="8190" y="4020"/>
                      <a:pt x="8211" y="4011"/>
                      <a:pt x="8223" y="3997"/>
                    </a:cubicBezTo>
                    <a:cubicBezTo>
                      <a:pt x="8235" y="3984"/>
                      <a:pt x="8241" y="3955"/>
                      <a:pt x="8241" y="3910"/>
                    </a:cubicBezTo>
                    <a:cubicBezTo>
                      <a:pt x="8241" y="3629"/>
                      <a:pt x="8241" y="3629"/>
                      <a:pt x="8241" y="3629"/>
                    </a:cubicBezTo>
                    <a:cubicBezTo>
                      <a:pt x="8241" y="3592"/>
                      <a:pt x="8235" y="3560"/>
                      <a:pt x="8222" y="3536"/>
                    </a:cubicBezTo>
                    <a:cubicBezTo>
                      <a:pt x="8208" y="3511"/>
                      <a:pt x="8184" y="3499"/>
                      <a:pt x="8149" y="3499"/>
                    </a:cubicBezTo>
                    <a:cubicBezTo>
                      <a:pt x="8125" y="3499"/>
                      <a:pt x="8100" y="3507"/>
                      <a:pt x="8075" y="3525"/>
                    </a:cubicBezTo>
                    <a:cubicBezTo>
                      <a:pt x="8061" y="3535"/>
                      <a:pt x="8043" y="3552"/>
                      <a:pt x="8021" y="3575"/>
                    </a:cubicBezTo>
                    <a:cubicBezTo>
                      <a:pt x="8021" y="3943"/>
                      <a:pt x="8021" y="3943"/>
                      <a:pt x="8021" y="3943"/>
                    </a:cubicBezTo>
                    <a:cubicBezTo>
                      <a:pt x="8021" y="3975"/>
                      <a:pt x="8028" y="3996"/>
                      <a:pt x="8041" y="4007"/>
                    </a:cubicBezTo>
                    <a:cubicBezTo>
                      <a:pt x="8055" y="4018"/>
                      <a:pt x="8076" y="4023"/>
                      <a:pt x="8105" y="4024"/>
                    </a:cubicBezTo>
                    <a:cubicBezTo>
                      <a:pt x="8105" y="4042"/>
                      <a:pt x="8105" y="4042"/>
                      <a:pt x="8105" y="4042"/>
                    </a:cubicBezTo>
                    <a:cubicBezTo>
                      <a:pt x="7834" y="4042"/>
                      <a:pt x="7834" y="4042"/>
                      <a:pt x="7834" y="4042"/>
                    </a:cubicBezTo>
                    <a:lnTo>
                      <a:pt x="7834" y="4024"/>
                    </a:lnTo>
                    <a:close/>
                    <a:moveTo>
                      <a:pt x="8766" y="3439"/>
                    </a:moveTo>
                    <a:cubicBezTo>
                      <a:pt x="8766" y="3483"/>
                      <a:pt x="8766" y="3483"/>
                      <a:pt x="8766" y="3483"/>
                    </a:cubicBezTo>
                    <a:cubicBezTo>
                      <a:pt x="8639" y="3483"/>
                      <a:pt x="8639" y="3483"/>
                      <a:pt x="8639" y="3483"/>
                    </a:cubicBezTo>
                    <a:cubicBezTo>
                      <a:pt x="8638" y="3860"/>
                      <a:pt x="8638" y="3860"/>
                      <a:pt x="8638" y="3860"/>
                    </a:cubicBezTo>
                    <a:cubicBezTo>
                      <a:pt x="8638" y="3893"/>
                      <a:pt x="8640" y="3918"/>
                      <a:pt x="8646" y="3935"/>
                    </a:cubicBezTo>
                    <a:cubicBezTo>
                      <a:pt x="8656" y="3965"/>
                      <a:pt x="8675" y="3980"/>
                      <a:pt x="8704" y="3980"/>
                    </a:cubicBezTo>
                    <a:cubicBezTo>
                      <a:pt x="8719" y="3980"/>
                      <a:pt x="8732" y="3977"/>
                      <a:pt x="8743" y="3969"/>
                    </a:cubicBezTo>
                    <a:cubicBezTo>
                      <a:pt x="8754" y="3962"/>
                      <a:pt x="8767" y="3950"/>
                      <a:pt x="8781" y="3934"/>
                    </a:cubicBezTo>
                    <a:cubicBezTo>
                      <a:pt x="8797" y="3948"/>
                      <a:pt x="8797" y="3948"/>
                      <a:pt x="8797" y="3948"/>
                    </a:cubicBezTo>
                    <a:cubicBezTo>
                      <a:pt x="8783" y="3968"/>
                      <a:pt x="8783" y="3968"/>
                      <a:pt x="8783" y="3968"/>
                    </a:cubicBezTo>
                    <a:cubicBezTo>
                      <a:pt x="8762" y="3999"/>
                      <a:pt x="8739" y="4021"/>
                      <a:pt x="8716" y="4034"/>
                    </a:cubicBezTo>
                    <a:cubicBezTo>
                      <a:pt x="8692" y="4046"/>
                      <a:pt x="8669" y="4053"/>
                      <a:pt x="8646" y="4053"/>
                    </a:cubicBezTo>
                    <a:cubicBezTo>
                      <a:pt x="8598" y="4053"/>
                      <a:pt x="8565" y="4030"/>
                      <a:pt x="8548" y="3984"/>
                    </a:cubicBezTo>
                    <a:cubicBezTo>
                      <a:pt x="8538" y="3959"/>
                      <a:pt x="8533" y="3925"/>
                      <a:pt x="8533" y="3881"/>
                    </a:cubicBezTo>
                    <a:cubicBezTo>
                      <a:pt x="8533" y="3483"/>
                      <a:pt x="8533" y="3483"/>
                      <a:pt x="8533" y="3483"/>
                    </a:cubicBezTo>
                    <a:cubicBezTo>
                      <a:pt x="8465" y="3483"/>
                      <a:pt x="8465" y="3483"/>
                      <a:pt x="8465" y="3483"/>
                    </a:cubicBezTo>
                    <a:cubicBezTo>
                      <a:pt x="8463" y="3482"/>
                      <a:pt x="8461" y="3481"/>
                      <a:pt x="8460" y="3480"/>
                    </a:cubicBezTo>
                    <a:cubicBezTo>
                      <a:pt x="8459" y="3478"/>
                      <a:pt x="8458" y="3477"/>
                      <a:pt x="8458" y="3475"/>
                    </a:cubicBezTo>
                    <a:cubicBezTo>
                      <a:pt x="8458" y="3471"/>
                      <a:pt x="8459" y="3468"/>
                      <a:pt x="8461" y="3465"/>
                    </a:cubicBezTo>
                    <a:cubicBezTo>
                      <a:pt x="8463" y="3463"/>
                      <a:pt x="8469" y="3458"/>
                      <a:pt x="8479" y="3450"/>
                    </a:cubicBezTo>
                    <a:cubicBezTo>
                      <a:pt x="8508" y="3425"/>
                      <a:pt x="8528" y="3405"/>
                      <a:pt x="8541" y="3390"/>
                    </a:cubicBezTo>
                    <a:cubicBezTo>
                      <a:pt x="8553" y="3374"/>
                      <a:pt x="8583" y="3334"/>
                      <a:pt x="8629" y="3268"/>
                    </a:cubicBezTo>
                    <a:cubicBezTo>
                      <a:pt x="8635" y="3268"/>
                      <a:pt x="8638" y="3268"/>
                      <a:pt x="8639" y="3269"/>
                    </a:cubicBezTo>
                    <a:cubicBezTo>
                      <a:pt x="8640" y="3270"/>
                      <a:pt x="8641" y="3273"/>
                      <a:pt x="8641" y="3279"/>
                    </a:cubicBezTo>
                    <a:cubicBezTo>
                      <a:pt x="8641" y="3439"/>
                      <a:pt x="8641" y="3439"/>
                      <a:pt x="8641" y="3439"/>
                    </a:cubicBezTo>
                    <a:lnTo>
                      <a:pt x="8766" y="34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sp>
          <p:nvSpPr>
            <p:cNvPr id="22" name="Freeform 36"/>
            <p:cNvSpPr>
              <a:spLocks noChangeAspect="1" noEditPoints="1"/>
            </p:cNvSpPr>
            <p:nvPr userDrawn="1"/>
          </p:nvSpPr>
          <p:spPr bwMode="auto">
            <a:xfrm>
              <a:off x="2173" y="4032"/>
              <a:ext cx="1072" cy="43"/>
            </a:xfrm>
            <a:custGeom>
              <a:avLst/>
              <a:gdLst>
                <a:gd name="T0" fmla="*/ 0 w 17008"/>
                <a:gd name="T1" fmla="*/ 0 h 583"/>
                <a:gd name="T2" fmla="*/ 0 w 17008"/>
                <a:gd name="T3" fmla="*/ 0 h 583"/>
                <a:gd name="T4" fmla="*/ 0 w 17008"/>
                <a:gd name="T5" fmla="*/ 0 h 583"/>
                <a:gd name="T6" fmla="*/ 0 w 17008"/>
                <a:gd name="T7" fmla="*/ 0 h 583"/>
                <a:gd name="T8" fmla="*/ 0 w 17008"/>
                <a:gd name="T9" fmla="*/ 0 h 583"/>
                <a:gd name="T10" fmla="*/ 0 w 17008"/>
                <a:gd name="T11" fmla="*/ 0 h 583"/>
                <a:gd name="T12" fmla="*/ 0 w 17008"/>
                <a:gd name="T13" fmla="*/ 0 h 583"/>
                <a:gd name="T14" fmla="*/ 0 w 17008"/>
                <a:gd name="T15" fmla="*/ 0 h 583"/>
                <a:gd name="T16" fmla="*/ 0 w 17008"/>
                <a:gd name="T17" fmla="*/ 0 h 583"/>
                <a:gd name="T18" fmla="*/ 0 w 17008"/>
                <a:gd name="T19" fmla="*/ 0 h 583"/>
                <a:gd name="T20" fmla="*/ 0 w 17008"/>
                <a:gd name="T21" fmla="*/ 0 h 583"/>
                <a:gd name="T22" fmla="*/ 0 w 17008"/>
                <a:gd name="T23" fmla="*/ 0 h 583"/>
                <a:gd name="T24" fmla="*/ 0 w 17008"/>
                <a:gd name="T25" fmla="*/ 0 h 583"/>
                <a:gd name="T26" fmla="*/ 0 w 17008"/>
                <a:gd name="T27" fmla="*/ 0 h 583"/>
                <a:gd name="T28" fmla="*/ 0 w 17008"/>
                <a:gd name="T29" fmla="*/ 0 h 583"/>
                <a:gd name="T30" fmla="*/ 0 w 17008"/>
                <a:gd name="T31" fmla="*/ 0 h 583"/>
                <a:gd name="T32" fmla="*/ 0 w 17008"/>
                <a:gd name="T33" fmla="*/ 0 h 583"/>
                <a:gd name="T34" fmla="*/ 0 w 17008"/>
                <a:gd name="T35" fmla="*/ 0 h 583"/>
                <a:gd name="T36" fmla="*/ 0 w 17008"/>
                <a:gd name="T37" fmla="*/ 0 h 583"/>
                <a:gd name="T38" fmla="*/ 0 w 17008"/>
                <a:gd name="T39" fmla="*/ 0 h 583"/>
                <a:gd name="T40" fmla="*/ 0 w 17008"/>
                <a:gd name="T41" fmla="*/ 0 h 583"/>
                <a:gd name="T42" fmla="*/ 0 w 17008"/>
                <a:gd name="T43" fmla="*/ 0 h 583"/>
                <a:gd name="T44" fmla="*/ 0 w 17008"/>
                <a:gd name="T45" fmla="*/ 0 h 583"/>
                <a:gd name="T46" fmla="*/ 0 w 17008"/>
                <a:gd name="T47" fmla="*/ 0 h 583"/>
                <a:gd name="T48" fmla="*/ 0 w 17008"/>
                <a:gd name="T49" fmla="*/ 0 h 583"/>
                <a:gd name="T50" fmla="*/ 0 w 17008"/>
                <a:gd name="T51" fmla="*/ 0 h 583"/>
                <a:gd name="T52" fmla="*/ 0 w 17008"/>
                <a:gd name="T53" fmla="*/ 0 h 583"/>
                <a:gd name="T54" fmla="*/ 0 w 17008"/>
                <a:gd name="T55" fmla="*/ 0 h 583"/>
                <a:gd name="T56" fmla="*/ 0 w 17008"/>
                <a:gd name="T57" fmla="*/ 0 h 583"/>
                <a:gd name="T58" fmla="*/ 0 w 17008"/>
                <a:gd name="T59" fmla="*/ 0 h 583"/>
                <a:gd name="T60" fmla="*/ 0 w 17008"/>
                <a:gd name="T61" fmla="*/ 0 h 583"/>
                <a:gd name="T62" fmla="*/ 0 w 17008"/>
                <a:gd name="T63" fmla="*/ 0 h 583"/>
                <a:gd name="T64" fmla="*/ 0 w 17008"/>
                <a:gd name="T65" fmla="*/ 0 h 583"/>
                <a:gd name="T66" fmla="*/ 0 w 17008"/>
                <a:gd name="T67" fmla="*/ 0 h 583"/>
                <a:gd name="T68" fmla="*/ 0 w 17008"/>
                <a:gd name="T69" fmla="*/ 0 h 583"/>
                <a:gd name="T70" fmla="*/ 0 w 17008"/>
                <a:gd name="T71" fmla="*/ 0 h 583"/>
                <a:gd name="T72" fmla="*/ 0 w 17008"/>
                <a:gd name="T73" fmla="*/ 0 h 583"/>
                <a:gd name="T74" fmla="*/ 0 w 17008"/>
                <a:gd name="T75" fmla="*/ 0 h 583"/>
                <a:gd name="T76" fmla="*/ 0 w 17008"/>
                <a:gd name="T77" fmla="*/ 0 h 583"/>
                <a:gd name="T78" fmla="*/ 0 w 17008"/>
                <a:gd name="T79" fmla="*/ 0 h 583"/>
                <a:gd name="T80" fmla="*/ 0 w 17008"/>
                <a:gd name="T81" fmla="*/ 0 h 583"/>
                <a:gd name="T82" fmla="*/ 0 w 17008"/>
                <a:gd name="T83" fmla="*/ 0 h 583"/>
                <a:gd name="T84" fmla="*/ 0 w 17008"/>
                <a:gd name="T85" fmla="*/ 0 h 583"/>
                <a:gd name="T86" fmla="*/ 0 w 17008"/>
                <a:gd name="T87" fmla="*/ 0 h 583"/>
                <a:gd name="T88" fmla="*/ 0 w 17008"/>
                <a:gd name="T89" fmla="*/ 0 h 583"/>
                <a:gd name="T90" fmla="*/ 0 w 17008"/>
                <a:gd name="T91" fmla="*/ 0 h 583"/>
                <a:gd name="T92" fmla="*/ 0 w 17008"/>
                <a:gd name="T93" fmla="*/ 0 h 583"/>
                <a:gd name="T94" fmla="*/ 0 w 17008"/>
                <a:gd name="T95" fmla="*/ 0 h 583"/>
                <a:gd name="T96" fmla="*/ 0 w 17008"/>
                <a:gd name="T97" fmla="*/ 0 h 583"/>
                <a:gd name="T98" fmla="*/ 0 w 17008"/>
                <a:gd name="T99" fmla="*/ 0 h 583"/>
                <a:gd name="T100" fmla="*/ 0 w 17008"/>
                <a:gd name="T101" fmla="*/ 0 h 583"/>
                <a:gd name="T102" fmla="*/ 0 w 17008"/>
                <a:gd name="T103" fmla="*/ 0 h 583"/>
                <a:gd name="T104" fmla="*/ 0 w 17008"/>
                <a:gd name="T105" fmla="*/ 0 h 583"/>
                <a:gd name="T106" fmla="*/ 0 w 17008"/>
                <a:gd name="T107" fmla="*/ 0 h 583"/>
                <a:gd name="T108" fmla="*/ 0 w 17008"/>
                <a:gd name="T109" fmla="*/ 0 h 583"/>
                <a:gd name="T110" fmla="*/ 0 w 17008"/>
                <a:gd name="T111" fmla="*/ 0 h 583"/>
                <a:gd name="T112" fmla="*/ 0 w 17008"/>
                <a:gd name="T113" fmla="*/ 0 h 583"/>
                <a:gd name="T114" fmla="*/ 0 w 17008"/>
                <a:gd name="T115" fmla="*/ 0 h 583"/>
                <a:gd name="T116" fmla="*/ 0 w 17008"/>
                <a:gd name="T117" fmla="*/ 0 h 583"/>
                <a:gd name="T118" fmla="*/ 0 w 17008"/>
                <a:gd name="T119" fmla="*/ 0 h 583"/>
                <a:gd name="T120" fmla="*/ 0 w 17008"/>
                <a:gd name="T121" fmla="*/ 0 h 583"/>
                <a:gd name="T122" fmla="*/ 0 w 17008"/>
                <a:gd name="T123" fmla="*/ 0 h 58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7008" h="583">
                  <a:moveTo>
                    <a:pt x="763" y="11"/>
                  </a:moveTo>
                  <a:cubicBezTo>
                    <a:pt x="599" y="583"/>
                    <a:pt x="599" y="583"/>
                    <a:pt x="599" y="583"/>
                  </a:cubicBezTo>
                  <a:cubicBezTo>
                    <a:pt x="541" y="583"/>
                    <a:pt x="541" y="583"/>
                    <a:pt x="541" y="583"/>
                  </a:cubicBezTo>
                  <a:cubicBezTo>
                    <a:pt x="381" y="93"/>
                    <a:pt x="381" y="93"/>
                    <a:pt x="381" y="93"/>
                  </a:cubicBezTo>
                  <a:cubicBezTo>
                    <a:pt x="222" y="583"/>
                    <a:pt x="222" y="583"/>
                    <a:pt x="222" y="583"/>
                  </a:cubicBezTo>
                  <a:cubicBezTo>
                    <a:pt x="164" y="583"/>
                    <a:pt x="164" y="583"/>
                    <a:pt x="164" y="583"/>
                  </a:cubicBezTo>
                  <a:cubicBezTo>
                    <a:pt x="0" y="11"/>
                    <a:pt x="0" y="11"/>
                    <a:pt x="0" y="11"/>
                  </a:cubicBezTo>
                  <a:cubicBezTo>
                    <a:pt x="86" y="11"/>
                    <a:pt x="86" y="11"/>
                    <a:pt x="86" y="11"/>
                  </a:cubicBezTo>
                  <a:cubicBezTo>
                    <a:pt x="195" y="456"/>
                    <a:pt x="195" y="456"/>
                    <a:pt x="195" y="456"/>
                  </a:cubicBezTo>
                  <a:cubicBezTo>
                    <a:pt x="340" y="11"/>
                    <a:pt x="340" y="11"/>
                    <a:pt x="340" y="11"/>
                  </a:cubicBezTo>
                  <a:cubicBezTo>
                    <a:pt x="423" y="11"/>
                    <a:pt x="423" y="11"/>
                    <a:pt x="423" y="11"/>
                  </a:cubicBezTo>
                  <a:cubicBezTo>
                    <a:pt x="568" y="456"/>
                    <a:pt x="568" y="456"/>
                    <a:pt x="568" y="456"/>
                  </a:cubicBezTo>
                  <a:cubicBezTo>
                    <a:pt x="677" y="11"/>
                    <a:pt x="677" y="11"/>
                    <a:pt x="677" y="11"/>
                  </a:cubicBezTo>
                  <a:lnTo>
                    <a:pt x="763" y="11"/>
                  </a:lnTo>
                  <a:close/>
                  <a:moveTo>
                    <a:pt x="1222" y="583"/>
                  </a:moveTo>
                  <a:cubicBezTo>
                    <a:pt x="1030" y="583"/>
                    <a:pt x="960" y="463"/>
                    <a:pt x="960" y="291"/>
                  </a:cubicBezTo>
                  <a:cubicBezTo>
                    <a:pt x="960" y="120"/>
                    <a:pt x="1030" y="0"/>
                    <a:pt x="1222" y="0"/>
                  </a:cubicBezTo>
                  <a:cubicBezTo>
                    <a:pt x="1415" y="0"/>
                    <a:pt x="1483" y="120"/>
                    <a:pt x="1483" y="291"/>
                  </a:cubicBezTo>
                  <a:cubicBezTo>
                    <a:pt x="1483" y="463"/>
                    <a:pt x="1415" y="583"/>
                    <a:pt x="1222" y="583"/>
                  </a:cubicBezTo>
                  <a:close/>
                  <a:moveTo>
                    <a:pt x="1222" y="69"/>
                  </a:moveTo>
                  <a:cubicBezTo>
                    <a:pt x="1070" y="69"/>
                    <a:pt x="1039" y="165"/>
                    <a:pt x="1039" y="291"/>
                  </a:cubicBezTo>
                  <a:cubicBezTo>
                    <a:pt x="1039" y="418"/>
                    <a:pt x="1070" y="514"/>
                    <a:pt x="1222" y="514"/>
                  </a:cubicBezTo>
                  <a:cubicBezTo>
                    <a:pt x="1371" y="514"/>
                    <a:pt x="1405" y="418"/>
                    <a:pt x="1405" y="291"/>
                  </a:cubicBezTo>
                  <a:cubicBezTo>
                    <a:pt x="1405" y="165"/>
                    <a:pt x="1371" y="69"/>
                    <a:pt x="1222" y="69"/>
                  </a:cubicBezTo>
                  <a:close/>
                  <a:moveTo>
                    <a:pt x="1817" y="350"/>
                  </a:moveTo>
                  <a:cubicBezTo>
                    <a:pt x="1817" y="572"/>
                    <a:pt x="1817" y="572"/>
                    <a:pt x="1817" y="572"/>
                  </a:cubicBezTo>
                  <a:cubicBezTo>
                    <a:pt x="1742" y="572"/>
                    <a:pt x="1742" y="572"/>
                    <a:pt x="1742" y="572"/>
                  </a:cubicBezTo>
                  <a:cubicBezTo>
                    <a:pt x="1742" y="11"/>
                    <a:pt x="1742" y="11"/>
                    <a:pt x="1742" y="11"/>
                  </a:cubicBezTo>
                  <a:cubicBezTo>
                    <a:pt x="1983" y="11"/>
                    <a:pt x="1983" y="11"/>
                    <a:pt x="1983" y="11"/>
                  </a:cubicBezTo>
                  <a:cubicBezTo>
                    <a:pt x="2122" y="11"/>
                    <a:pt x="2168" y="84"/>
                    <a:pt x="2168" y="180"/>
                  </a:cubicBezTo>
                  <a:cubicBezTo>
                    <a:pt x="2168" y="255"/>
                    <a:pt x="2140" y="316"/>
                    <a:pt x="2062" y="340"/>
                  </a:cubicBezTo>
                  <a:cubicBezTo>
                    <a:pt x="2196" y="572"/>
                    <a:pt x="2196" y="572"/>
                    <a:pt x="2196" y="572"/>
                  </a:cubicBezTo>
                  <a:cubicBezTo>
                    <a:pt x="2108" y="572"/>
                    <a:pt x="2108" y="572"/>
                    <a:pt x="2108" y="572"/>
                  </a:cubicBezTo>
                  <a:cubicBezTo>
                    <a:pt x="1988" y="350"/>
                    <a:pt x="1988" y="350"/>
                    <a:pt x="1988" y="350"/>
                  </a:cubicBezTo>
                  <a:lnTo>
                    <a:pt x="1817" y="350"/>
                  </a:lnTo>
                  <a:close/>
                  <a:moveTo>
                    <a:pt x="1975" y="79"/>
                  </a:moveTo>
                  <a:cubicBezTo>
                    <a:pt x="1817" y="79"/>
                    <a:pt x="1817" y="79"/>
                    <a:pt x="1817" y="79"/>
                  </a:cubicBezTo>
                  <a:cubicBezTo>
                    <a:pt x="1817" y="281"/>
                    <a:pt x="1817" y="281"/>
                    <a:pt x="1817" y="281"/>
                  </a:cubicBezTo>
                  <a:cubicBezTo>
                    <a:pt x="1975" y="281"/>
                    <a:pt x="1975" y="281"/>
                    <a:pt x="1975" y="281"/>
                  </a:cubicBezTo>
                  <a:cubicBezTo>
                    <a:pt x="2068" y="281"/>
                    <a:pt x="2088" y="234"/>
                    <a:pt x="2088" y="180"/>
                  </a:cubicBezTo>
                  <a:cubicBezTo>
                    <a:pt x="2088" y="126"/>
                    <a:pt x="2068" y="79"/>
                    <a:pt x="1975" y="79"/>
                  </a:cubicBezTo>
                  <a:close/>
                  <a:moveTo>
                    <a:pt x="2620" y="242"/>
                  </a:moveTo>
                  <a:cubicBezTo>
                    <a:pt x="2892" y="572"/>
                    <a:pt x="2892" y="572"/>
                    <a:pt x="2892" y="572"/>
                  </a:cubicBezTo>
                  <a:cubicBezTo>
                    <a:pt x="2794" y="572"/>
                    <a:pt x="2794" y="572"/>
                    <a:pt x="2794" y="572"/>
                  </a:cubicBezTo>
                  <a:cubicBezTo>
                    <a:pt x="2573" y="287"/>
                    <a:pt x="2573" y="287"/>
                    <a:pt x="2573" y="287"/>
                  </a:cubicBezTo>
                  <a:cubicBezTo>
                    <a:pt x="2502" y="354"/>
                    <a:pt x="2502" y="354"/>
                    <a:pt x="2502" y="354"/>
                  </a:cubicBezTo>
                  <a:cubicBezTo>
                    <a:pt x="2502" y="572"/>
                    <a:pt x="2502" y="572"/>
                    <a:pt x="2502" y="572"/>
                  </a:cubicBezTo>
                  <a:cubicBezTo>
                    <a:pt x="2428" y="572"/>
                    <a:pt x="2428" y="572"/>
                    <a:pt x="2428" y="572"/>
                  </a:cubicBezTo>
                  <a:cubicBezTo>
                    <a:pt x="2428" y="11"/>
                    <a:pt x="2428" y="11"/>
                    <a:pt x="2428" y="11"/>
                  </a:cubicBezTo>
                  <a:cubicBezTo>
                    <a:pt x="2502" y="11"/>
                    <a:pt x="2502" y="11"/>
                    <a:pt x="2502" y="11"/>
                  </a:cubicBezTo>
                  <a:cubicBezTo>
                    <a:pt x="2502" y="265"/>
                    <a:pt x="2502" y="265"/>
                    <a:pt x="2502" y="265"/>
                  </a:cubicBezTo>
                  <a:cubicBezTo>
                    <a:pt x="2756" y="11"/>
                    <a:pt x="2756" y="11"/>
                    <a:pt x="2756" y="11"/>
                  </a:cubicBezTo>
                  <a:cubicBezTo>
                    <a:pt x="2861" y="11"/>
                    <a:pt x="2861" y="11"/>
                    <a:pt x="2861" y="11"/>
                  </a:cubicBezTo>
                  <a:lnTo>
                    <a:pt x="2620" y="242"/>
                  </a:lnTo>
                  <a:close/>
                  <a:moveTo>
                    <a:pt x="3142" y="572"/>
                  </a:moveTo>
                  <a:cubicBezTo>
                    <a:pt x="3142" y="11"/>
                    <a:pt x="3142" y="11"/>
                    <a:pt x="3142" y="11"/>
                  </a:cubicBezTo>
                  <a:cubicBezTo>
                    <a:pt x="3216" y="11"/>
                    <a:pt x="3216" y="11"/>
                    <a:pt x="3216" y="11"/>
                  </a:cubicBezTo>
                  <a:cubicBezTo>
                    <a:pt x="3216" y="572"/>
                    <a:pt x="3216" y="572"/>
                    <a:pt x="3216" y="572"/>
                  </a:cubicBezTo>
                  <a:lnTo>
                    <a:pt x="3142" y="572"/>
                  </a:lnTo>
                  <a:close/>
                  <a:moveTo>
                    <a:pt x="3943" y="572"/>
                  </a:moveTo>
                  <a:cubicBezTo>
                    <a:pt x="3594" y="148"/>
                    <a:pt x="3594" y="148"/>
                    <a:pt x="3594" y="148"/>
                  </a:cubicBezTo>
                  <a:cubicBezTo>
                    <a:pt x="3595" y="572"/>
                    <a:pt x="3595" y="572"/>
                    <a:pt x="3595" y="572"/>
                  </a:cubicBezTo>
                  <a:cubicBezTo>
                    <a:pt x="3521" y="572"/>
                    <a:pt x="3521" y="572"/>
                    <a:pt x="3521" y="572"/>
                  </a:cubicBezTo>
                  <a:cubicBezTo>
                    <a:pt x="3521" y="11"/>
                    <a:pt x="3521" y="11"/>
                    <a:pt x="3521" y="11"/>
                  </a:cubicBezTo>
                  <a:cubicBezTo>
                    <a:pt x="3570" y="11"/>
                    <a:pt x="3570" y="11"/>
                    <a:pt x="3570" y="11"/>
                  </a:cubicBezTo>
                  <a:cubicBezTo>
                    <a:pt x="3919" y="435"/>
                    <a:pt x="3919" y="435"/>
                    <a:pt x="3919" y="435"/>
                  </a:cubicBezTo>
                  <a:cubicBezTo>
                    <a:pt x="3918" y="11"/>
                    <a:pt x="3918" y="11"/>
                    <a:pt x="3918" y="11"/>
                  </a:cubicBezTo>
                  <a:cubicBezTo>
                    <a:pt x="3992" y="11"/>
                    <a:pt x="3992" y="11"/>
                    <a:pt x="3992" y="11"/>
                  </a:cubicBezTo>
                  <a:cubicBezTo>
                    <a:pt x="3992" y="572"/>
                    <a:pt x="3992" y="572"/>
                    <a:pt x="3992" y="572"/>
                  </a:cubicBezTo>
                  <a:lnTo>
                    <a:pt x="3943" y="572"/>
                  </a:lnTo>
                  <a:close/>
                  <a:moveTo>
                    <a:pt x="4646" y="501"/>
                  </a:moveTo>
                  <a:cubicBezTo>
                    <a:pt x="4646" y="350"/>
                    <a:pt x="4646" y="350"/>
                    <a:pt x="4646" y="350"/>
                  </a:cubicBezTo>
                  <a:cubicBezTo>
                    <a:pt x="4524" y="350"/>
                    <a:pt x="4524" y="350"/>
                    <a:pt x="4524" y="350"/>
                  </a:cubicBezTo>
                  <a:cubicBezTo>
                    <a:pt x="4524" y="281"/>
                    <a:pt x="4524" y="281"/>
                    <a:pt x="4524" y="281"/>
                  </a:cubicBezTo>
                  <a:cubicBezTo>
                    <a:pt x="4720" y="281"/>
                    <a:pt x="4720" y="281"/>
                    <a:pt x="4720" y="281"/>
                  </a:cubicBezTo>
                  <a:cubicBezTo>
                    <a:pt x="4720" y="546"/>
                    <a:pt x="4720" y="546"/>
                    <a:pt x="4720" y="546"/>
                  </a:cubicBezTo>
                  <a:cubicBezTo>
                    <a:pt x="4675" y="569"/>
                    <a:pt x="4588" y="583"/>
                    <a:pt x="4518" y="583"/>
                  </a:cubicBezTo>
                  <a:cubicBezTo>
                    <a:pt x="4329" y="583"/>
                    <a:pt x="4255" y="453"/>
                    <a:pt x="4255" y="291"/>
                  </a:cubicBezTo>
                  <a:cubicBezTo>
                    <a:pt x="4255" y="130"/>
                    <a:pt x="4329" y="0"/>
                    <a:pt x="4518" y="0"/>
                  </a:cubicBezTo>
                  <a:cubicBezTo>
                    <a:pt x="4585" y="0"/>
                    <a:pt x="4664" y="11"/>
                    <a:pt x="4709" y="33"/>
                  </a:cubicBezTo>
                  <a:cubicBezTo>
                    <a:pt x="4709" y="101"/>
                    <a:pt x="4709" y="101"/>
                    <a:pt x="4709" y="101"/>
                  </a:cubicBezTo>
                  <a:cubicBezTo>
                    <a:pt x="4666" y="85"/>
                    <a:pt x="4609" y="69"/>
                    <a:pt x="4518" y="69"/>
                  </a:cubicBezTo>
                  <a:cubicBezTo>
                    <a:pt x="4377" y="69"/>
                    <a:pt x="4333" y="180"/>
                    <a:pt x="4333" y="291"/>
                  </a:cubicBezTo>
                  <a:cubicBezTo>
                    <a:pt x="4333" y="402"/>
                    <a:pt x="4377" y="514"/>
                    <a:pt x="4518" y="514"/>
                  </a:cubicBezTo>
                  <a:cubicBezTo>
                    <a:pt x="4570" y="514"/>
                    <a:pt x="4611" y="508"/>
                    <a:pt x="4646" y="501"/>
                  </a:cubicBezTo>
                  <a:close/>
                  <a:moveTo>
                    <a:pt x="5327" y="572"/>
                  </a:moveTo>
                  <a:cubicBezTo>
                    <a:pt x="5327" y="11"/>
                    <a:pt x="5327" y="11"/>
                    <a:pt x="5327" y="11"/>
                  </a:cubicBezTo>
                  <a:cubicBezTo>
                    <a:pt x="5401" y="11"/>
                    <a:pt x="5401" y="11"/>
                    <a:pt x="5401" y="11"/>
                  </a:cubicBezTo>
                  <a:cubicBezTo>
                    <a:pt x="5401" y="572"/>
                    <a:pt x="5401" y="572"/>
                    <a:pt x="5401" y="572"/>
                  </a:cubicBezTo>
                  <a:lnTo>
                    <a:pt x="5327" y="572"/>
                  </a:lnTo>
                  <a:close/>
                  <a:moveTo>
                    <a:pt x="6128" y="572"/>
                  </a:moveTo>
                  <a:cubicBezTo>
                    <a:pt x="5779" y="148"/>
                    <a:pt x="5779" y="148"/>
                    <a:pt x="5779" y="148"/>
                  </a:cubicBezTo>
                  <a:cubicBezTo>
                    <a:pt x="5780" y="572"/>
                    <a:pt x="5780" y="572"/>
                    <a:pt x="5780" y="572"/>
                  </a:cubicBezTo>
                  <a:cubicBezTo>
                    <a:pt x="5706" y="572"/>
                    <a:pt x="5706" y="572"/>
                    <a:pt x="5706" y="572"/>
                  </a:cubicBezTo>
                  <a:cubicBezTo>
                    <a:pt x="5706" y="11"/>
                    <a:pt x="5706" y="11"/>
                    <a:pt x="5706" y="11"/>
                  </a:cubicBezTo>
                  <a:cubicBezTo>
                    <a:pt x="5755" y="11"/>
                    <a:pt x="5755" y="11"/>
                    <a:pt x="5755" y="11"/>
                  </a:cubicBezTo>
                  <a:cubicBezTo>
                    <a:pt x="6104" y="435"/>
                    <a:pt x="6104" y="435"/>
                    <a:pt x="6104" y="435"/>
                  </a:cubicBezTo>
                  <a:cubicBezTo>
                    <a:pt x="6103" y="11"/>
                    <a:pt x="6103" y="11"/>
                    <a:pt x="6103" y="11"/>
                  </a:cubicBezTo>
                  <a:cubicBezTo>
                    <a:pt x="6177" y="11"/>
                    <a:pt x="6177" y="11"/>
                    <a:pt x="6177" y="11"/>
                  </a:cubicBezTo>
                  <a:cubicBezTo>
                    <a:pt x="6177" y="572"/>
                    <a:pt x="6177" y="572"/>
                    <a:pt x="6177" y="572"/>
                  </a:cubicBezTo>
                  <a:lnTo>
                    <a:pt x="6128" y="572"/>
                  </a:lnTo>
                  <a:close/>
                  <a:moveTo>
                    <a:pt x="7007" y="0"/>
                  </a:moveTo>
                  <a:cubicBezTo>
                    <a:pt x="7062" y="0"/>
                    <a:pt x="7125" y="6"/>
                    <a:pt x="7174" y="28"/>
                  </a:cubicBezTo>
                  <a:cubicBezTo>
                    <a:pt x="7174" y="95"/>
                    <a:pt x="7174" y="95"/>
                    <a:pt x="7174" y="95"/>
                  </a:cubicBezTo>
                  <a:cubicBezTo>
                    <a:pt x="7131" y="81"/>
                    <a:pt x="7086" y="69"/>
                    <a:pt x="7006" y="69"/>
                  </a:cubicBezTo>
                  <a:cubicBezTo>
                    <a:pt x="6865" y="69"/>
                    <a:pt x="6821" y="180"/>
                    <a:pt x="6821" y="291"/>
                  </a:cubicBezTo>
                  <a:cubicBezTo>
                    <a:pt x="6821" y="402"/>
                    <a:pt x="6865" y="514"/>
                    <a:pt x="7006" y="514"/>
                  </a:cubicBezTo>
                  <a:cubicBezTo>
                    <a:pt x="7086" y="514"/>
                    <a:pt x="7131" y="502"/>
                    <a:pt x="7174" y="488"/>
                  </a:cubicBezTo>
                  <a:cubicBezTo>
                    <a:pt x="7174" y="555"/>
                    <a:pt x="7174" y="555"/>
                    <a:pt x="7174" y="555"/>
                  </a:cubicBezTo>
                  <a:cubicBezTo>
                    <a:pt x="7125" y="576"/>
                    <a:pt x="7062" y="583"/>
                    <a:pt x="7007" y="583"/>
                  </a:cubicBezTo>
                  <a:cubicBezTo>
                    <a:pt x="6818" y="583"/>
                    <a:pt x="6742" y="453"/>
                    <a:pt x="6742" y="291"/>
                  </a:cubicBezTo>
                  <a:cubicBezTo>
                    <a:pt x="6742" y="130"/>
                    <a:pt x="6818" y="0"/>
                    <a:pt x="7007" y="0"/>
                  </a:cubicBezTo>
                  <a:close/>
                  <a:moveTo>
                    <a:pt x="7678" y="583"/>
                  </a:moveTo>
                  <a:cubicBezTo>
                    <a:pt x="7487" y="583"/>
                    <a:pt x="7417" y="463"/>
                    <a:pt x="7417" y="291"/>
                  </a:cubicBezTo>
                  <a:cubicBezTo>
                    <a:pt x="7417" y="120"/>
                    <a:pt x="7487" y="0"/>
                    <a:pt x="7678" y="0"/>
                  </a:cubicBezTo>
                  <a:cubicBezTo>
                    <a:pt x="7871" y="0"/>
                    <a:pt x="7940" y="120"/>
                    <a:pt x="7940" y="291"/>
                  </a:cubicBezTo>
                  <a:cubicBezTo>
                    <a:pt x="7940" y="463"/>
                    <a:pt x="7871" y="583"/>
                    <a:pt x="7678" y="583"/>
                  </a:cubicBezTo>
                  <a:close/>
                  <a:moveTo>
                    <a:pt x="7678" y="69"/>
                  </a:moveTo>
                  <a:cubicBezTo>
                    <a:pt x="7527" y="69"/>
                    <a:pt x="7496" y="165"/>
                    <a:pt x="7496" y="291"/>
                  </a:cubicBezTo>
                  <a:cubicBezTo>
                    <a:pt x="7496" y="418"/>
                    <a:pt x="7527" y="514"/>
                    <a:pt x="7678" y="514"/>
                  </a:cubicBezTo>
                  <a:cubicBezTo>
                    <a:pt x="7828" y="514"/>
                    <a:pt x="7861" y="418"/>
                    <a:pt x="7861" y="291"/>
                  </a:cubicBezTo>
                  <a:cubicBezTo>
                    <a:pt x="7861" y="165"/>
                    <a:pt x="7828" y="69"/>
                    <a:pt x="7678" y="69"/>
                  </a:cubicBezTo>
                  <a:close/>
                  <a:moveTo>
                    <a:pt x="8621" y="572"/>
                  </a:moveTo>
                  <a:cubicBezTo>
                    <a:pt x="8272" y="148"/>
                    <a:pt x="8272" y="148"/>
                    <a:pt x="8272" y="148"/>
                  </a:cubicBezTo>
                  <a:cubicBezTo>
                    <a:pt x="8273" y="572"/>
                    <a:pt x="8273" y="572"/>
                    <a:pt x="8273" y="572"/>
                  </a:cubicBezTo>
                  <a:cubicBezTo>
                    <a:pt x="8199" y="572"/>
                    <a:pt x="8199" y="572"/>
                    <a:pt x="8199" y="572"/>
                  </a:cubicBezTo>
                  <a:cubicBezTo>
                    <a:pt x="8199" y="11"/>
                    <a:pt x="8199" y="11"/>
                    <a:pt x="8199" y="11"/>
                  </a:cubicBezTo>
                  <a:cubicBezTo>
                    <a:pt x="8249" y="11"/>
                    <a:pt x="8249" y="11"/>
                    <a:pt x="8249" y="11"/>
                  </a:cubicBezTo>
                  <a:cubicBezTo>
                    <a:pt x="8598" y="435"/>
                    <a:pt x="8598" y="435"/>
                    <a:pt x="8598" y="435"/>
                  </a:cubicBezTo>
                  <a:cubicBezTo>
                    <a:pt x="8596" y="11"/>
                    <a:pt x="8596" y="11"/>
                    <a:pt x="8596" y="11"/>
                  </a:cubicBezTo>
                  <a:cubicBezTo>
                    <a:pt x="8670" y="11"/>
                    <a:pt x="8670" y="11"/>
                    <a:pt x="8670" y="11"/>
                  </a:cubicBezTo>
                  <a:cubicBezTo>
                    <a:pt x="8670" y="572"/>
                    <a:pt x="8670" y="572"/>
                    <a:pt x="8670" y="572"/>
                  </a:cubicBezTo>
                  <a:lnTo>
                    <a:pt x="8621" y="572"/>
                  </a:lnTo>
                  <a:close/>
                  <a:moveTo>
                    <a:pt x="8905" y="505"/>
                  </a:moveTo>
                  <a:cubicBezTo>
                    <a:pt x="8932" y="511"/>
                    <a:pt x="8949" y="514"/>
                    <a:pt x="8983" y="514"/>
                  </a:cubicBezTo>
                  <a:cubicBezTo>
                    <a:pt x="9057" y="514"/>
                    <a:pt x="9106" y="491"/>
                    <a:pt x="9106" y="418"/>
                  </a:cubicBezTo>
                  <a:cubicBezTo>
                    <a:pt x="9106" y="11"/>
                    <a:pt x="9106" y="11"/>
                    <a:pt x="9106" y="11"/>
                  </a:cubicBezTo>
                  <a:cubicBezTo>
                    <a:pt x="9180" y="11"/>
                    <a:pt x="9180" y="11"/>
                    <a:pt x="9180" y="11"/>
                  </a:cubicBezTo>
                  <a:cubicBezTo>
                    <a:pt x="9180" y="415"/>
                    <a:pt x="9180" y="415"/>
                    <a:pt x="9180" y="415"/>
                  </a:cubicBezTo>
                  <a:cubicBezTo>
                    <a:pt x="9180" y="522"/>
                    <a:pt x="9124" y="583"/>
                    <a:pt x="8983" y="583"/>
                  </a:cubicBezTo>
                  <a:cubicBezTo>
                    <a:pt x="8960" y="583"/>
                    <a:pt x="8927" y="581"/>
                    <a:pt x="8905" y="575"/>
                  </a:cubicBezTo>
                  <a:lnTo>
                    <a:pt x="8905" y="505"/>
                  </a:lnTo>
                  <a:close/>
                  <a:moveTo>
                    <a:pt x="9477" y="392"/>
                  </a:moveTo>
                  <a:cubicBezTo>
                    <a:pt x="9477" y="11"/>
                    <a:pt x="9477" y="11"/>
                    <a:pt x="9477" y="11"/>
                  </a:cubicBezTo>
                  <a:cubicBezTo>
                    <a:pt x="9551" y="11"/>
                    <a:pt x="9551" y="11"/>
                    <a:pt x="9551" y="11"/>
                  </a:cubicBezTo>
                  <a:cubicBezTo>
                    <a:pt x="9551" y="393"/>
                    <a:pt x="9551" y="393"/>
                    <a:pt x="9551" y="393"/>
                  </a:cubicBezTo>
                  <a:cubicBezTo>
                    <a:pt x="9551" y="483"/>
                    <a:pt x="9620" y="514"/>
                    <a:pt x="9718" y="514"/>
                  </a:cubicBezTo>
                  <a:cubicBezTo>
                    <a:pt x="9815" y="514"/>
                    <a:pt x="9885" y="483"/>
                    <a:pt x="9885" y="393"/>
                  </a:cubicBezTo>
                  <a:cubicBezTo>
                    <a:pt x="9885" y="11"/>
                    <a:pt x="9885" y="11"/>
                    <a:pt x="9885" y="11"/>
                  </a:cubicBezTo>
                  <a:cubicBezTo>
                    <a:pt x="9959" y="11"/>
                    <a:pt x="9959" y="11"/>
                    <a:pt x="9959" y="11"/>
                  </a:cubicBezTo>
                  <a:cubicBezTo>
                    <a:pt x="9959" y="392"/>
                    <a:pt x="9959" y="392"/>
                    <a:pt x="9959" y="392"/>
                  </a:cubicBezTo>
                  <a:cubicBezTo>
                    <a:pt x="9959" y="511"/>
                    <a:pt x="9885" y="583"/>
                    <a:pt x="9718" y="583"/>
                  </a:cubicBezTo>
                  <a:cubicBezTo>
                    <a:pt x="9551" y="583"/>
                    <a:pt x="9477" y="511"/>
                    <a:pt x="9477" y="392"/>
                  </a:cubicBezTo>
                  <a:close/>
                  <a:moveTo>
                    <a:pt x="10655" y="572"/>
                  </a:moveTo>
                  <a:cubicBezTo>
                    <a:pt x="10306" y="148"/>
                    <a:pt x="10306" y="148"/>
                    <a:pt x="10306" y="148"/>
                  </a:cubicBezTo>
                  <a:cubicBezTo>
                    <a:pt x="10307" y="572"/>
                    <a:pt x="10307" y="572"/>
                    <a:pt x="10307" y="572"/>
                  </a:cubicBezTo>
                  <a:cubicBezTo>
                    <a:pt x="10233" y="572"/>
                    <a:pt x="10233" y="572"/>
                    <a:pt x="10233" y="572"/>
                  </a:cubicBezTo>
                  <a:cubicBezTo>
                    <a:pt x="10233" y="11"/>
                    <a:pt x="10233" y="11"/>
                    <a:pt x="10233" y="11"/>
                  </a:cubicBezTo>
                  <a:cubicBezTo>
                    <a:pt x="10282" y="11"/>
                    <a:pt x="10282" y="11"/>
                    <a:pt x="10282" y="11"/>
                  </a:cubicBezTo>
                  <a:cubicBezTo>
                    <a:pt x="10631" y="435"/>
                    <a:pt x="10631" y="435"/>
                    <a:pt x="10631" y="435"/>
                  </a:cubicBezTo>
                  <a:cubicBezTo>
                    <a:pt x="10630" y="11"/>
                    <a:pt x="10630" y="11"/>
                    <a:pt x="10630" y="11"/>
                  </a:cubicBezTo>
                  <a:cubicBezTo>
                    <a:pt x="10704" y="11"/>
                    <a:pt x="10704" y="11"/>
                    <a:pt x="10704" y="11"/>
                  </a:cubicBezTo>
                  <a:cubicBezTo>
                    <a:pt x="10704" y="572"/>
                    <a:pt x="10704" y="572"/>
                    <a:pt x="10704" y="572"/>
                  </a:cubicBezTo>
                  <a:lnTo>
                    <a:pt x="10655" y="572"/>
                  </a:lnTo>
                  <a:close/>
                  <a:moveTo>
                    <a:pt x="11232" y="0"/>
                  </a:moveTo>
                  <a:cubicBezTo>
                    <a:pt x="11287" y="0"/>
                    <a:pt x="11350" y="6"/>
                    <a:pt x="11399" y="28"/>
                  </a:cubicBezTo>
                  <a:cubicBezTo>
                    <a:pt x="11399" y="95"/>
                    <a:pt x="11399" y="95"/>
                    <a:pt x="11399" y="95"/>
                  </a:cubicBezTo>
                  <a:cubicBezTo>
                    <a:pt x="11355" y="81"/>
                    <a:pt x="11310" y="69"/>
                    <a:pt x="11231" y="69"/>
                  </a:cubicBezTo>
                  <a:cubicBezTo>
                    <a:pt x="11089" y="69"/>
                    <a:pt x="11046" y="180"/>
                    <a:pt x="11046" y="291"/>
                  </a:cubicBezTo>
                  <a:cubicBezTo>
                    <a:pt x="11046" y="402"/>
                    <a:pt x="11089" y="514"/>
                    <a:pt x="11231" y="514"/>
                  </a:cubicBezTo>
                  <a:cubicBezTo>
                    <a:pt x="11310" y="514"/>
                    <a:pt x="11355" y="502"/>
                    <a:pt x="11399" y="488"/>
                  </a:cubicBezTo>
                  <a:cubicBezTo>
                    <a:pt x="11399" y="555"/>
                    <a:pt x="11399" y="555"/>
                    <a:pt x="11399" y="555"/>
                  </a:cubicBezTo>
                  <a:cubicBezTo>
                    <a:pt x="11350" y="576"/>
                    <a:pt x="11287" y="583"/>
                    <a:pt x="11232" y="583"/>
                  </a:cubicBezTo>
                  <a:cubicBezTo>
                    <a:pt x="11042" y="583"/>
                    <a:pt x="10967" y="453"/>
                    <a:pt x="10967" y="291"/>
                  </a:cubicBezTo>
                  <a:cubicBezTo>
                    <a:pt x="10967" y="130"/>
                    <a:pt x="11042" y="0"/>
                    <a:pt x="11232" y="0"/>
                  </a:cubicBezTo>
                  <a:close/>
                  <a:moveTo>
                    <a:pt x="11889" y="79"/>
                  </a:moveTo>
                  <a:cubicBezTo>
                    <a:pt x="11889" y="572"/>
                    <a:pt x="11889" y="572"/>
                    <a:pt x="11889" y="572"/>
                  </a:cubicBezTo>
                  <a:cubicBezTo>
                    <a:pt x="11810" y="572"/>
                    <a:pt x="11810" y="572"/>
                    <a:pt x="11810" y="572"/>
                  </a:cubicBezTo>
                  <a:cubicBezTo>
                    <a:pt x="11810" y="79"/>
                    <a:pt x="11810" y="79"/>
                    <a:pt x="11810" y="79"/>
                  </a:cubicBezTo>
                  <a:cubicBezTo>
                    <a:pt x="11623" y="79"/>
                    <a:pt x="11623" y="79"/>
                    <a:pt x="11623" y="79"/>
                  </a:cubicBezTo>
                  <a:cubicBezTo>
                    <a:pt x="11623" y="11"/>
                    <a:pt x="11623" y="11"/>
                    <a:pt x="11623" y="11"/>
                  </a:cubicBezTo>
                  <a:cubicBezTo>
                    <a:pt x="12077" y="11"/>
                    <a:pt x="12077" y="11"/>
                    <a:pt x="12077" y="11"/>
                  </a:cubicBezTo>
                  <a:cubicBezTo>
                    <a:pt x="12077" y="79"/>
                    <a:pt x="12077" y="79"/>
                    <a:pt x="12077" y="79"/>
                  </a:cubicBezTo>
                  <a:lnTo>
                    <a:pt x="11889" y="79"/>
                  </a:lnTo>
                  <a:close/>
                  <a:moveTo>
                    <a:pt x="12342" y="572"/>
                  </a:moveTo>
                  <a:cubicBezTo>
                    <a:pt x="12342" y="11"/>
                    <a:pt x="12342" y="11"/>
                    <a:pt x="12342" y="11"/>
                  </a:cubicBezTo>
                  <a:cubicBezTo>
                    <a:pt x="12416" y="11"/>
                    <a:pt x="12416" y="11"/>
                    <a:pt x="12416" y="11"/>
                  </a:cubicBezTo>
                  <a:cubicBezTo>
                    <a:pt x="12416" y="572"/>
                    <a:pt x="12416" y="572"/>
                    <a:pt x="12416" y="572"/>
                  </a:cubicBezTo>
                  <a:lnTo>
                    <a:pt x="12342" y="572"/>
                  </a:lnTo>
                  <a:close/>
                  <a:moveTo>
                    <a:pt x="12962" y="583"/>
                  </a:moveTo>
                  <a:cubicBezTo>
                    <a:pt x="12770" y="583"/>
                    <a:pt x="12700" y="463"/>
                    <a:pt x="12700" y="291"/>
                  </a:cubicBezTo>
                  <a:cubicBezTo>
                    <a:pt x="12700" y="120"/>
                    <a:pt x="12770" y="0"/>
                    <a:pt x="12962" y="0"/>
                  </a:cubicBezTo>
                  <a:cubicBezTo>
                    <a:pt x="13155" y="0"/>
                    <a:pt x="13223" y="120"/>
                    <a:pt x="13223" y="291"/>
                  </a:cubicBezTo>
                  <a:cubicBezTo>
                    <a:pt x="13223" y="463"/>
                    <a:pt x="13155" y="583"/>
                    <a:pt x="12962" y="583"/>
                  </a:cubicBezTo>
                  <a:close/>
                  <a:moveTo>
                    <a:pt x="12962" y="69"/>
                  </a:moveTo>
                  <a:cubicBezTo>
                    <a:pt x="12810" y="69"/>
                    <a:pt x="12779" y="165"/>
                    <a:pt x="12779" y="291"/>
                  </a:cubicBezTo>
                  <a:cubicBezTo>
                    <a:pt x="12779" y="418"/>
                    <a:pt x="12810" y="514"/>
                    <a:pt x="12962" y="514"/>
                  </a:cubicBezTo>
                  <a:cubicBezTo>
                    <a:pt x="13111" y="514"/>
                    <a:pt x="13145" y="418"/>
                    <a:pt x="13145" y="291"/>
                  </a:cubicBezTo>
                  <a:cubicBezTo>
                    <a:pt x="13145" y="165"/>
                    <a:pt x="13111" y="69"/>
                    <a:pt x="12962" y="69"/>
                  </a:cubicBezTo>
                  <a:close/>
                  <a:moveTo>
                    <a:pt x="13905" y="572"/>
                  </a:moveTo>
                  <a:cubicBezTo>
                    <a:pt x="13556" y="148"/>
                    <a:pt x="13556" y="148"/>
                    <a:pt x="13556" y="148"/>
                  </a:cubicBezTo>
                  <a:cubicBezTo>
                    <a:pt x="13557" y="572"/>
                    <a:pt x="13557" y="572"/>
                    <a:pt x="13557" y="572"/>
                  </a:cubicBezTo>
                  <a:cubicBezTo>
                    <a:pt x="13483" y="572"/>
                    <a:pt x="13483" y="572"/>
                    <a:pt x="13483" y="572"/>
                  </a:cubicBezTo>
                  <a:cubicBezTo>
                    <a:pt x="13483" y="11"/>
                    <a:pt x="13483" y="11"/>
                    <a:pt x="13483" y="11"/>
                  </a:cubicBezTo>
                  <a:cubicBezTo>
                    <a:pt x="13532" y="11"/>
                    <a:pt x="13532" y="11"/>
                    <a:pt x="13532" y="11"/>
                  </a:cubicBezTo>
                  <a:cubicBezTo>
                    <a:pt x="13881" y="435"/>
                    <a:pt x="13881" y="435"/>
                    <a:pt x="13881" y="435"/>
                  </a:cubicBezTo>
                  <a:cubicBezTo>
                    <a:pt x="13880" y="11"/>
                    <a:pt x="13880" y="11"/>
                    <a:pt x="13880" y="11"/>
                  </a:cubicBezTo>
                  <a:cubicBezTo>
                    <a:pt x="13954" y="11"/>
                    <a:pt x="13954" y="11"/>
                    <a:pt x="13954" y="11"/>
                  </a:cubicBezTo>
                  <a:cubicBezTo>
                    <a:pt x="13954" y="572"/>
                    <a:pt x="13954" y="572"/>
                    <a:pt x="13954" y="572"/>
                  </a:cubicBezTo>
                  <a:lnTo>
                    <a:pt x="13905" y="572"/>
                  </a:lnTo>
                  <a:close/>
                  <a:moveTo>
                    <a:pt x="15249" y="11"/>
                  </a:moveTo>
                  <a:cubicBezTo>
                    <a:pt x="15085" y="583"/>
                    <a:pt x="15085" y="583"/>
                    <a:pt x="15085" y="583"/>
                  </a:cubicBezTo>
                  <a:cubicBezTo>
                    <a:pt x="15026" y="583"/>
                    <a:pt x="15026" y="583"/>
                    <a:pt x="15026" y="583"/>
                  </a:cubicBezTo>
                  <a:cubicBezTo>
                    <a:pt x="14867" y="93"/>
                    <a:pt x="14867" y="93"/>
                    <a:pt x="14867" y="93"/>
                  </a:cubicBezTo>
                  <a:cubicBezTo>
                    <a:pt x="14708" y="583"/>
                    <a:pt x="14708" y="583"/>
                    <a:pt x="14708" y="583"/>
                  </a:cubicBezTo>
                  <a:cubicBezTo>
                    <a:pt x="14649" y="583"/>
                    <a:pt x="14649" y="583"/>
                    <a:pt x="14649" y="583"/>
                  </a:cubicBezTo>
                  <a:cubicBezTo>
                    <a:pt x="14485" y="11"/>
                    <a:pt x="14485" y="11"/>
                    <a:pt x="14485" y="11"/>
                  </a:cubicBezTo>
                  <a:cubicBezTo>
                    <a:pt x="14572" y="11"/>
                    <a:pt x="14572" y="11"/>
                    <a:pt x="14572" y="11"/>
                  </a:cubicBezTo>
                  <a:cubicBezTo>
                    <a:pt x="14681" y="456"/>
                    <a:pt x="14681" y="456"/>
                    <a:pt x="14681" y="456"/>
                  </a:cubicBezTo>
                  <a:cubicBezTo>
                    <a:pt x="14825" y="11"/>
                    <a:pt x="14825" y="11"/>
                    <a:pt x="14825" y="11"/>
                  </a:cubicBezTo>
                  <a:cubicBezTo>
                    <a:pt x="14909" y="11"/>
                    <a:pt x="14909" y="11"/>
                    <a:pt x="14909" y="11"/>
                  </a:cubicBezTo>
                  <a:cubicBezTo>
                    <a:pt x="15053" y="456"/>
                    <a:pt x="15053" y="456"/>
                    <a:pt x="15053" y="456"/>
                  </a:cubicBezTo>
                  <a:cubicBezTo>
                    <a:pt x="15162" y="11"/>
                    <a:pt x="15162" y="11"/>
                    <a:pt x="15162" y="11"/>
                  </a:cubicBezTo>
                  <a:lnTo>
                    <a:pt x="15249" y="11"/>
                  </a:lnTo>
                  <a:close/>
                  <a:moveTo>
                    <a:pt x="15502" y="572"/>
                  </a:moveTo>
                  <a:cubicBezTo>
                    <a:pt x="15502" y="11"/>
                    <a:pt x="15502" y="11"/>
                    <a:pt x="15502" y="11"/>
                  </a:cubicBezTo>
                  <a:cubicBezTo>
                    <a:pt x="15576" y="11"/>
                    <a:pt x="15576" y="11"/>
                    <a:pt x="15576" y="11"/>
                  </a:cubicBezTo>
                  <a:cubicBezTo>
                    <a:pt x="15576" y="572"/>
                    <a:pt x="15576" y="572"/>
                    <a:pt x="15576" y="572"/>
                  </a:cubicBezTo>
                  <a:lnTo>
                    <a:pt x="15502" y="572"/>
                  </a:lnTo>
                  <a:close/>
                  <a:moveTo>
                    <a:pt x="16108" y="79"/>
                  </a:moveTo>
                  <a:cubicBezTo>
                    <a:pt x="16108" y="572"/>
                    <a:pt x="16108" y="572"/>
                    <a:pt x="16108" y="572"/>
                  </a:cubicBezTo>
                  <a:cubicBezTo>
                    <a:pt x="16029" y="572"/>
                    <a:pt x="16029" y="572"/>
                    <a:pt x="16029" y="572"/>
                  </a:cubicBezTo>
                  <a:cubicBezTo>
                    <a:pt x="16029" y="79"/>
                    <a:pt x="16029" y="79"/>
                    <a:pt x="16029" y="79"/>
                  </a:cubicBezTo>
                  <a:cubicBezTo>
                    <a:pt x="15841" y="79"/>
                    <a:pt x="15841" y="79"/>
                    <a:pt x="15841" y="79"/>
                  </a:cubicBezTo>
                  <a:cubicBezTo>
                    <a:pt x="15841" y="11"/>
                    <a:pt x="15841" y="11"/>
                    <a:pt x="15841" y="11"/>
                  </a:cubicBezTo>
                  <a:cubicBezTo>
                    <a:pt x="16296" y="11"/>
                    <a:pt x="16296" y="11"/>
                    <a:pt x="16296" y="11"/>
                  </a:cubicBezTo>
                  <a:cubicBezTo>
                    <a:pt x="16296" y="79"/>
                    <a:pt x="16296" y="79"/>
                    <a:pt x="16296" y="79"/>
                  </a:cubicBezTo>
                  <a:lnTo>
                    <a:pt x="16108" y="79"/>
                  </a:lnTo>
                  <a:close/>
                  <a:moveTo>
                    <a:pt x="16933" y="572"/>
                  </a:moveTo>
                  <a:cubicBezTo>
                    <a:pt x="16933" y="318"/>
                    <a:pt x="16933" y="318"/>
                    <a:pt x="16933" y="318"/>
                  </a:cubicBezTo>
                  <a:cubicBezTo>
                    <a:pt x="16610" y="318"/>
                    <a:pt x="16610" y="318"/>
                    <a:pt x="16610" y="318"/>
                  </a:cubicBezTo>
                  <a:cubicBezTo>
                    <a:pt x="16610" y="572"/>
                    <a:pt x="16610" y="572"/>
                    <a:pt x="16610" y="572"/>
                  </a:cubicBezTo>
                  <a:cubicBezTo>
                    <a:pt x="16536" y="572"/>
                    <a:pt x="16536" y="572"/>
                    <a:pt x="16536" y="572"/>
                  </a:cubicBezTo>
                  <a:cubicBezTo>
                    <a:pt x="16536" y="11"/>
                    <a:pt x="16536" y="11"/>
                    <a:pt x="16536" y="11"/>
                  </a:cubicBezTo>
                  <a:cubicBezTo>
                    <a:pt x="16610" y="11"/>
                    <a:pt x="16610" y="11"/>
                    <a:pt x="16610" y="11"/>
                  </a:cubicBezTo>
                  <a:cubicBezTo>
                    <a:pt x="16610" y="250"/>
                    <a:pt x="16610" y="250"/>
                    <a:pt x="16610" y="250"/>
                  </a:cubicBezTo>
                  <a:cubicBezTo>
                    <a:pt x="16933" y="250"/>
                    <a:pt x="16933" y="250"/>
                    <a:pt x="16933" y="250"/>
                  </a:cubicBezTo>
                  <a:cubicBezTo>
                    <a:pt x="16933" y="11"/>
                    <a:pt x="16933" y="11"/>
                    <a:pt x="16933" y="11"/>
                  </a:cubicBezTo>
                  <a:cubicBezTo>
                    <a:pt x="17008" y="11"/>
                    <a:pt x="17008" y="11"/>
                    <a:pt x="17008" y="11"/>
                  </a:cubicBezTo>
                  <a:cubicBezTo>
                    <a:pt x="17008" y="572"/>
                    <a:pt x="17008" y="572"/>
                    <a:pt x="17008" y="572"/>
                  </a:cubicBezTo>
                  <a:lnTo>
                    <a:pt x="16933" y="572"/>
                  </a:lnTo>
                  <a:close/>
                </a:path>
              </a:pathLst>
            </a:custGeom>
            <a:solidFill>
              <a:srgbClr val="8082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sp>
        <p:nvSpPr>
          <p:cNvPr id="10256" name="Rectangle 16"/>
          <p:cNvSpPr>
            <a:spLocks noGrp="1" noChangeArrowheads="1"/>
          </p:cNvSpPr>
          <p:nvPr>
            <p:ph type="ctrTitle"/>
          </p:nvPr>
        </p:nvSpPr>
        <p:spPr>
          <a:xfrm>
            <a:off x="620713" y="1822450"/>
            <a:ext cx="7772400" cy="873125"/>
          </a:xfrm>
        </p:spPr>
        <p:txBody>
          <a:bodyPr/>
          <a:lstStyle>
            <a:lvl1pPr>
              <a:lnSpc>
                <a:spcPct val="90000"/>
              </a:lnSpc>
              <a:defRPr sz="3600">
                <a:solidFill>
                  <a:schemeClr val="bg1"/>
                </a:solidFill>
              </a:defRPr>
            </a:lvl1pPr>
          </a:lstStyle>
          <a:p>
            <a:pPr lvl="0"/>
            <a:r>
              <a:rPr lang="en-AU" noProof="0" smtClean="0"/>
              <a:t>Click to edit Master title style</a:t>
            </a:r>
          </a:p>
        </p:txBody>
      </p:sp>
      <p:sp>
        <p:nvSpPr>
          <p:cNvPr id="10257" name="Rectangle 17"/>
          <p:cNvSpPr>
            <a:spLocks noGrp="1" noChangeArrowheads="1"/>
          </p:cNvSpPr>
          <p:nvPr>
            <p:ph type="subTitle" idx="1"/>
          </p:nvPr>
        </p:nvSpPr>
        <p:spPr>
          <a:xfrm>
            <a:off x="617538" y="2820988"/>
            <a:ext cx="5942012" cy="1803400"/>
          </a:xfrm>
        </p:spPr>
        <p:txBody>
          <a:bodyPr/>
          <a:lstStyle>
            <a:lvl1pPr marL="0" indent="0">
              <a:lnSpc>
                <a:spcPct val="93000"/>
              </a:lnSpc>
              <a:spcBef>
                <a:spcPct val="46000"/>
              </a:spcBef>
              <a:buFont typeface="Arial Unicode MS" pitchFamily="34" charset="-128"/>
              <a:buNone/>
              <a:defRPr sz="1800">
                <a:solidFill>
                  <a:schemeClr val="bg1"/>
                </a:solidFill>
              </a:defRPr>
            </a:lvl1pPr>
          </a:lstStyle>
          <a:p>
            <a:pPr lvl="0"/>
            <a:r>
              <a:rPr lang="en-AU" noProof="0" smtClean="0"/>
              <a:t>Click to edit Master subtitle style</a:t>
            </a:r>
          </a:p>
        </p:txBody>
      </p:sp>
    </p:spTree>
    <p:extLst>
      <p:ext uri="{BB962C8B-B14F-4D97-AF65-F5344CB8AC3E}">
        <p14:creationId xmlns:p14="http://schemas.microsoft.com/office/powerpoint/2010/main" val="44402227"/>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Box 3"/>
          <p:cNvSpPr txBox="1"/>
          <p:nvPr userDrawn="1"/>
        </p:nvSpPr>
        <p:spPr>
          <a:xfrm>
            <a:off x="7967803" y="6237312"/>
            <a:ext cx="576064" cy="302840"/>
          </a:xfrm>
          <a:prstGeom prst="rect">
            <a:avLst/>
          </a:prstGeom>
          <a:noFill/>
        </p:spPr>
        <p:txBody>
          <a:bodyPr wrap="square" rtlCol="0">
            <a:spAutoFit/>
          </a:bodyPr>
          <a:lstStyle/>
          <a:p>
            <a:fld id="{7100C47D-2314-4073-B3B0-1790147C8A82}" type="slidenum">
              <a:rPr lang="en-AU" smtClean="0"/>
              <a:t>‹#›</a:t>
            </a:fld>
            <a:endParaRPr lang="en-AU" dirty="0"/>
          </a:p>
        </p:txBody>
      </p:sp>
    </p:spTree>
    <p:extLst>
      <p:ext uri="{BB962C8B-B14F-4D97-AF65-F5344CB8AC3E}">
        <p14:creationId xmlns:p14="http://schemas.microsoft.com/office/powerpoint/2010/main" val="2791501334"/>
      </p:ext>
    </p:extLst>
  </p:cSld>
  <p:clrMapOvr>
    <a:masterClrMapping/>
  </p:clrMapOvr>
  <p:transition spd="slow">
    <p:wipe dir="r"/>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09649655"/>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69950" y="1452563"/>
            <a:ext cx="3840163" cy="4416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862513" y="1452563"/>
            <a:ext cx="3841750" cy="4416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extLst>
      <p:ext uri="{BB962C8B-B14F-4D97-AF65-F5344CB8AC3E}">
        <p14:creationId xmlns:p14="http://schemas.microsoft.com/office/powerpoint/2010/main" val="993223576"/>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extLst>
      <p:ext uri="{BB962C8B-B14F-4D97-AF65-F5344CB8AC3E}">
        <p14:creationId xmlns:p14="http://schemas.microsoft.com/office/powerpoint/2010/main" val="3858874756"/>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Tree>
    <p:extLst>
      <p:ext uri="{BB962C8B-B14F-4D97-AF65-F5344CB8AC3E}">
        <p14:creationId xmlns:p14="http://schemas.microsoft.com/office/powerpoint/2010/main" val="1504411321"/>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033231"/>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44525142"/>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21852171"/>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extLst>
      <p:ext uri="{BB962C8B-B14F-4D97-AF65-F5344CB8AC3E}">
        <p14:creationId xmlns:p14="http://schemas.microsoft.com/office/powerpoint/2010/main" val="1687867359"/>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6875" y="0"/>
            <a:ext cx="1957388" cy="586898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69950" y="0"/>
            <a:ext cx="5724525" cy="58689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extLst>
      <p:ext uri="{BB962C8B-B14F-4D97-AF65-F5344CB8AC3E}">
        <p14:creationId xmlns:p14="http://schemas.microsoft.com/office/powerpoint/2010/main" val="3470119652"/>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hidden">
          <a:xfrm>
            <a:off x="0" y="3768725"/>
            <a:ext cx="9144000" cy="3089275"/>
          </a:xfrm>
          <a:prstGeom prst="rect">
            <a:avLst/>
          </a:prstGeom>
          <a:gradFill rotWithShape="1">
            <a:gsLst>
              <a:gs pos="0">
                <a:srgbClr val="FFFFFF"/>
              </a:gs>
              <a:gs pos="100000">
                <a:srgbClr val="DCDCDC"/>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a:p>
        </p:txBody>
      </p:sp>
      <p:sp>
        <p:nvSpPr>
          <p:cNvPr id="1027" name="Rectangle 3"/>
          <p:cNvSpPr>
            <a:spLocks noGrp="1" noChangeArrowheads="1"/>
          </p:cNvSpPr>
          <p:nvPr>
            <p:ph type="title"/>
          </p:nvPr>
        </p:nvSpPr>
        <p:spPr bwMode="auto">
          <a:xfrm>
            <a:off x="892175" y="0"/>
            <a:ext cx="7799388" cy="92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AU" smtClean="0"/>
              <a:t>Click to edit Master title style</a:t>
            </a:r>
          </a:p>
        </p:txBody>
      </p:sp>
      <p:sp>
        <p:nvSpPr>
          <p:cNvPr id="1028" name="Rectangle 4"/>
          <p:cNvSpPr>
            <a:spLocks noGrp="1" noChangeArrowheads="1"/>
          </p:cNvSpPr>
          <p:nvPr>
            <p:ph type="body" idx="1"/>
          </p:nvPr>
        </p:nvSpPr>
        <p:spPr bwMode="auto">
          <a:xfrm>
            <a:off x="869950" y="1452563"/>
            <a:ext cx="7834313" cy="441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grpSp>
        <p:nvGrpSpPr>
          <p:cNvPr id="1029" name="Group 5"/>
          <p:cNvGrpSpPr>
            <a:grpSpLocks/>
          </p:cNvGrpSpPr>
          <p:nvPr/>
        </p:nvGrpSpPr>
        <p:grpSpPr bwMode="auto">
          <a:xfrm>
            <a:off x="874713" y="6053138"/>
            <a:ext cx="1311275" cy="441325"/>
            <a:chOff x="551" y="3813"/>
            <a:chExt cx="826" cy="278"/>
          </a:xfrm>
        </p:grpSpPr>
        <p:pic>
          <p:nvPicPr>
            <p:cNvPr id="1030" name="Picture 6" descr="logo_600dpi"/>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551" y="3813"/>
              <a:ext cx="20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Freeform 7"/>
            <p:cNvSpPr>
              <a:spLocks noEditPoints="1"/>
            </p:cNvSpPr>
            <p:nvPr userDrawn="1"/>
          </p:nvSpPr>
          <p:spPr bwMode="black">
            <a:xfrm>
              <a:off x="803" y="3853"/>
              <a:ext cx="574" cy="225"/>
            </a:xfrm>
            <a:custGeom>
              <a:avLst/>
              <a:gdLst>
                <a:gd name="T0" fmla="*/ 0 w 2669"/>
                <a:gd name="T1" fmla="*/ 0 h 1050"/>
                <a:gd name="T2" fmla="*/ 0 w 2669"/>
                <a:gd name="T3" fmla="*/ 0 h 1050"/>
                <a:gd name="T4" fmla="*/ 0 w 2669"/>
                <a:gd name="T5" fmla="*/ 0 h 1050"/>
                <a:gd name="T6" fmla="*/ 0 w 2669"/>
                <a:gd name="T7" fmla="*/ 0 h 1050"/>
                <a:gd name="T8" fmla="*/ 0 w 2669"/>
                <a:gd name="T9" fmla="*/ 0 h 1050"/>
                <a:gd name="T10" fmla="*/ 0 w 2669"/>
                <a:gd name="T11" fmla="*/ 0 h 1050"/>
                <a:gd name="T12" fmla="*/ 0 w 2669"/>
                <a:gd name="T13" fmla="*/ 0 h 1050"/>
                <a:gd name="T14" fmla="*/ 0 w 2669"/>
                <a:gd name="T15" fmla="*/ 0 h 1050"/>
                <a:gd name="T16" fmla="*/ 0 w 2669"/>
                <a:gd name="T17" fmla="*/ 0 h 1050"/>
                <a:gd name="T18" fmla="*/ 0 w 2669"/>
                <a:gd name="T19" fmla="*/ 0 h 1050"/>
                <a:gd name="T20" fmla="*/ 0 w 2669"/>
                <a:gd name="T21" fmla="*/ 0 h 1050"/>
                <a:gd name="T22" fmla="*/ 0 w 2669"/>
                <a:gd name="T23" fmla="*/ 0 h 1050"/>
                <a:gd name="T24" fmla="*/ 0 w 2669"/>
                <a:gd name="T25" fmla="*/ 0 h 1050"/>
                <a:gd name="T26" fmla="*/ 0 w 2669"/>
                <a:gd name="T27" fmla="*/ 0 h 1050"/>
                <a:gd name="T28" fmla="*/ 0 w 2669"/>
                <a:gd name="T29" fmla="*/ 0 h 1050"/>
                <a:gd name="T30" fmla="*/ 0 w 2669"/>
                <a:gd name="T31" fmla="*/ 0 h 1050"/>
                <a:gd name="T32" fmla="*/ 0 w 2669"/>
                <a:gd name="T33" fmla="*/ 0 h 1050"/>
                <a:gd name="T34" fmla="*/ 0 w 2669"/>
                <a:gd name="T35" fmla="*/ 0 h 1050"/>
                <a:gd name="T36" fmla="*/ 0 w 2669"/>
                <a:gd name="T37" fmla="*/ 0 h 1050"/>
                <a:gd name="T38" fmla="*/ 0 w 2669"/>
                <a:gd name="T39" fmla="*/ 0 h 1050"/>
                <a:gd name="T40" fmla="*/ 0 w 2669"/>
                <a:gd name="T41" fmla="*/ 0 h 1050"/>
                <a:gd name="T42" fmla="*/ 0 w 2669"/>
                <a:gd name="T43" fmla="*/ 0 h 1050"/>
                <a:gd name="T44" fmla="*/ 0 w 2669"/>
                <a:gd name="T45" fmla="*/ 0 h 1050"/>
                <a:gd name="T46" fmla="*/ 0 w 2669"/>
                <a:gd name="T47" fmla="*/ 0 h 1050"/>
                <a:gd name="T48" fmla="*/ 0 w 2669"/>
                <a:gd name="T49" fmla="*/ 0 h 1050"/>
                <a:gd name="T50" fmla="*/ 0 w 2669"/>
                <a:gd name="T51" fmla="*/ 0 h 1050"/>
                <a:gd name="T52" fmla="*/ 0 w 2669"/>
                <a:gd name="T53" fmla="*/ 0 h 1050"/>
                <a:gd name="T54" fmla="*/ 0 w 2669"/>
                <a:gd name="T55" fmla="*/ 0 h 1050"/>
                <a:gd name="T56" fmla="*/ 0 w 2669"/>
                <a:gd name="T57" fmla="*/ 0 h 1050"/>
                <a:gd name="T58" fmla="*/ 0 w 2669"/>
                <a:gd name="T59" fmla="*/ 0 h 1050"/>
                <a:gd name="T60" fmla="*/ 0 w 2669"/>
                <a:gd name="T61" fmla="*/ 0 h 1050"/>
                <a:gd name="T62" fmla="*/ 0 w 2669"/>
                <a:gd name="T63" fmla="*/ 0 h 1050"/>
                <a:gd name="T64" fmla="*/ 0 w 2669"/>
                <a:gd name="T65" fmla="*/ 0 h 1050"/>
                <a:gd name="T66" fmla="*/ 0 w 2669"/>
                <a:gd name="T67" fmla="*/ 0 h 1050"/>
                <a:gd name="T68" fmla="*/ 0 w 2669"/>
                <a:gd name="T69" fmla="*/ 0 h 1050"/>
                <a:gd name="T70" fmla="*/ 0 w 2669"/>
                <a:gd name="T71" fmla="*/ 0 h 1050"/>
                <a:gd name="T72" fmla="*/ 0 w 2669"/>
                <a:gd name="T73" fmla="*/ 0 h 1050"/>
                <a:gd name="T74" fmla="*/ 0 w 2669"/>
                <a:gd name="T75" fmla="*/ 0 h 1050"/>
                <a:gd name="T76" fmla="*/ 0 w 2669"/>
                <a:gd name="T77" fmla="*/ 0 h 1050"/>
                <a:gd name="T78" fmla="*/ 0 w 2669"/>
                <a:gd name="T79" fmla="*/ 0 h 1050"/>
                <a:gd name="T80" fmla="*/ 0 w 2669"/>
                <a:gd name="T81" fmla="*/ 0 h 1050"/>
                <a:gd name="T82" fmla="*/ 0 w 2669"/>
                <a:gd name="T83" fmla="*/ 0 h 1050"/>
                <a:gd name="T84" fmla="*/ 0 w 2669"/>
                <a:gd name="T85" fmla="*/ 0 h 1050"/>
                <a:gd name="T86" fmla="*/ 0 w 2669"/>
                <a:gd name="T87" fmla="*/ 0 h 1050"/>
                <a:gd name="T88" fmla="*/ 0 w 2669"/>
                <a:gd name="T89" fmla="*/ 0 h 1050"/>
                <a:gd name="T90" fmla="*/ 0 w 2669"/>
                <a:gd name="T91" fmla="*/ 0 h 1050"/>
                <a:gd name="T92" fmla="*/ 0 w 2669"/>
                <a:gd name="T93" fmla="*/ 0 h 1050"/>
                <a:gd name="T94" fmla="*/ 0 w 2669"/>
                <a:gd name="T95" fmla="*/ 0 h 1050"/>
                <a:gd name="T96" fmla="*/ 0 w 2669"/>
                <a:gd name="T97" fmla="*/ 0 h 1050"/>
                <a:gd name="T98" fmla="*/ 0 w 2669"/>
                <a:gd name="T99" fmla="*/ 0 h 1050"/>
                <a:gd name="T100" fmla="*/ 0 w 2669"/>
                <a:gd name="T101" fmla="*/ 0 h 1050"/>
                <a:gd name="T102" fmla="*/ 0 w 2669"/>
                <a:gd name="T103" fmla="*/ 0 h 1050"/>
                <a:gd name="T104" fmla="*/ 0 w 2669"/>
                <a:gd name="T105" fmla="*/ 0 h 1050"/>
                <a:gd name="T106" fmla="*/ 0 w 2669"/>
                <a:gd name="T107" fmla="*/ 0 h 1050"/>
                <a:gd name="T108" fmla="*/ 0 w 2669"/>
                <a:gd name="T109" fmla="*/ 0 h 1050"/>
                <a:gd name="T110" fmla="*/ 0 w 2669"/>
                <a:gd name="T111" fmla="*/ 0 h 1050"/>
                <a:gd name="T112" fmla="*/ 0 w 2669"/>
                <a:gd name="T113" fmla="*/ 0 h 1050"/>
                <a:gd name="T114" fmla="*/ 0 w 2669"/>
                <a:gd name="T115" fmla="*/ 0 h 105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669" h="1050">
                  <a:moveTo>
                    <a:pt x="173" y="146"/>
                  </a:moveTo>
                  <a:cubicBezTo>
                    <a:pt x="173" y="146"/>
                    <a:pt x="173" y="153"/>
                    <a:pt x="166" y="153"/>
                  </a:cubicBezTo>
                  <a:cubicBezTo>
                    <a:pt x="69" y="153"/>
                    <a:pt x="69" y="153"/>
                    <a:pt x="69" y="153"/>
                  </a:cubicBezTo>
                  <a:cubicBezTo>
                    <a:pt x="69" y="265"/>
                    <a:pt x="69" y="265"/>
                    <a:pt x="69" y="265"/>
                  </a:cubicBezTo>
                  <a:cubicBezTo>
                    <a:pt x="69" y="265"/>
                    <a:pt x="69" y="272"/>
                    <a:pt x="62" y="272"/>
                  </a:cubicBezTo>
                  <a:cubicBezTo>
                    <a:pt x="36" y="272"/>
                    <a:pt x="36" y="272"/>
                    <a:pt x="36" y="272"/>
                  </a:cubicBezTo>
                  <a:cubicBezTo>
                    <a:pt x="28" y="272"/>
                    <a:pt x="29" y="265"/>
                    <a:pt x="29" y="265"/>
                  </a:cubicBezTo>
                  <a:cubicBezTo>
                    <a:pt x="29" y="11"/>
                    <a:pt x="29" y="11"/>
                    <a:pt x="29" y="11"/>
                  </a:cubicBezTo>
                  <a:cubicBezTo>
                    <a:pt x="29" y="3"/>
                    <a:pt x="36" y="4"/>
                    <a:pt x="36" y="4"/>
                  </a:cubicBezTo>
                  <a:cubicBezTo>
                    <a:pt x="180" y="4"/>
                    <a:pt x="180" y="4"/>
                    <a:pt x="180" y="4"/>
                  </a:cubicBezTo>
                  <a:cubicBezTo>
                    <a:pt x="180" y="4"/>
                    <a:pt x="187" y="4"/>
                    <a:pt x="187" y="11"/>
                  </a:cubicBezTo>
                  <a:cubicBezTo>
                    <a:pt x="187" y="34"/>
                    <a:pt x="187" y="34"/>
                    <a:pt x="187" y="34"/>
                  </a:cubicBezTo>
                  <a:cubicBezTo>
                    <a:pt x="187" y="41"/>
                    <a:pt x="180" y="41"/>
                    <a:pt x="180" y="41"/>
                  </a:cubicBezTo>
                  <a:cubicBezTo>
                    <a:pt x="69" y="41"/>
                    <a:pt x="69" y="41"/>
                    <a:pt x="69" y="41"/>
                  </a:cubicBezTo>
                  <a:cubicBezTo>
                    <a:pt x="69" y="116"/>
                    <a:pt x="69" y="116"/>
                    <a:pt x="69" y="116"/>
                  </a:cubicBezTo>
                  <a:cubicBezTo>
                    <a:pt x="166" y="116"/>
                    <a:pt x="166" y="116"/>
                    <a:pt x="166" y="116"/>
                  </a:cubicBezTo>
                  <a:cubicBezTo>
                    <a:pt x="174" y="116"/>
                    <a:pt x="173" y="123"/>
                    <a:pt x="173" y="123"/>
                  </a:cubicBezTo>
                  <a:lnTo>
                    <a:pt x="173" y="146"/>
                  </a:lnTo>
                  <a:close/>
                  <a:moveTo>
                    <a:pt x="379" y="265"/>
                  </a:moveTo>
                  <a:cubicBezTo>
                    <a:pt x="379" y="265"/>
                    <a:pt x="380" y="272"/>
                    <a:pt x="373" y="272"/>
                  </a:cubicBezTo>
                  <a:cubicBezTo>
                    <a:pt x="346" y="272"/>
                    <a:pt x="346" y="272"/>
                    <a:pt x="346" y="272"/>
                  </a:cubicBezTo>
                  <a:cubicBezTo>
                    <a:pt x="339" y="272"/>
                    <a:pt x="339" y="265"/>
                    <a:pt x="339" y="265"/>
                  </a:cubicBezTo>
                  <a:cubicBezTo>
                    <a:pt x="339" y="11"/>
                    <a:pt x="339" y="11"/>
                    <a:pt x="339" y="11"/>
                  </a:cubicBezTo>
                  <a:cubicBezTo>
                    <a:pt x="339" y="11"/>
                    <a:pt x="339" y="4"/>
                    <a:pt x="346" y="4"/>
                  </a:cubicBezTo>
                  <a:cubicBezTo>
                    <a:pt x="427" y="4"/>
                    <a:pt x="427" y="4"/>
                    <a:pt x="427" y="4"/>
                  </a:cubicBezTo>
                  <a:cubicBezTo>
                    <a:pt x="496" y="4"/>
                    <a:pt x="518" y="35"/>
                    <a:pt x="518" y="84"/>
                  </a:cubicBezTo>
                  <a:cubicBezTo>
                    <a:pt x="518" y="119"/>
                    <a:pt x="508" y="144"/>
                    <a:pt x="475" y="155"/>
                  </a:cubicBezTo>
                  <a:cubicBezTo>
                    <a:pt x="527" y="264"/>
                    <a:pt x="527" y="264"/>
                    <a:pt x="527" y="264"/>
                  </a:cubicBezTo>
                  <a:cubicBezTo>
                    <a:pt x="527" y="264"/>
                    <a:pt x="532" y="272"/>
                    <a:pt x="521" y="272"/>
                  </a:cubicBezTo>
                  <a:cubicBezTo>
                    <a:pt x="491" y="272"/>
                    <a:pt x="491" y="272"/>
                    <a:pt x="491" y="272"/>
                  </a:cubicBezTo>
                  <a:cubicBezTo>
                    <a:pt x="483" y="272"/>
                    <a:pt x="481" y="265"/>
                    <a:pt x="481" y="265"/>
                  </a:cubicBezTo>
                  <a:cubicBezTo>
                    <a:pt x="435" y="163"/>
                    <a:pt x="435" y="163"/>
                    <a:pt x="435" y="163"/>
                  </a:cubicBezTo>
                  <a:cubicBezTo>
                    <a:pt x="379" y="163"/>
                    <a:pt x="379" y="163"/>
                    <a:pt x="379" y="163"/>
                  </a:cubicBezTo>
                  <a:lnTo>
                    <a:pt x="379" y="265"/>
                  </a:lnTo>
                  <a:close/>
                  <a:moveTo>
                    <a:pt x="379" y="127"/>
                  </a:moveTo>
                  <a:cubicBezTo>
                    <a:pt x="432" y="127"/>
                    <a:pt x="432" y="127"/>
                    <a:pt x="432" y="127"/>
                  </a:cubicBezTo>
                  <a:cubicBezTo>
                    <a:pt x="470" y="127"/>
                    <a:pt x="475" y="106"/>
                    <a:pt x="475" y="84"/>
                  </a:cubicBezTo>
                  <a:cubicBezTo>
                    <a:pt x="475" y="62"/>
                    <a:pt x="470" y="41"/>
                    <a:pt x="432" y="41"/>
                  </a:cubicBezTo>
                  <a:cubicBezTo>
                    <a:pt x="379" y="41"/>
                    <a:pt x="379" y="41"/>
                    <a:pt x="379" y="41"/>
                  </a:cubicBezTo>
                  <a:lnTo>
                    <a:pt x="379" y="127"/>
                  </a:lnTo>
                  <a:close/>
                  <a:moveTo>
                    <a:pt x="1338" y="265"/>
                  </a:moveTo>
                  <a:cubicBezTo>
                    <a:pt x="1338" y="265"/>
                    <a:pt x="1339" y="272"/>
                    <a:pt x="1331" y="272"/>
                  </a:cubicBezTo>
                  <a:cubicBezTo>
                    <a:pt x="1305" y="272"/>
                    <a:pt x="1305" y="272"/>
                    <a:pt x="1305" y="272"/>
                  </a:cubicBezTo>
                  <a:cubicBezTo>
                    <a:pt x="1298" y="272"/>
                    <a:pt x="1298" y="265"/>
                    <a:pt x="1298" y="265"/>
                  </a:cubicBezTo>
                  <a:cubicBezTo>
                    <a:pt x="1298" y="11"/>
                    <a:pt x="1298" y="11"/>
                    <a:pt x="1298" y="11"/>
                  </a:cubicBezTo>
                  <a:cubicBezTo>
                    <a:pt x="1298" y="11"/>
                    <a:pt x="1298" y="4"/>
                    <a:pt x="1305" y="4"/>
                  </a:cubicBezTo>
                  <a:cubicBezTo>
                    <a:pt x="1382" y="4"/>
                    <a:pt x="1382" y="4"/>
                    <a:pt x="1382" y="4"/>
                  </a:cubicBezTo>
                  <a:cubicBezTo>
                    <a:pt x="1452" y="4"/>
                    <a:pt x="1474" y="35"/>
                    <a:pt x="1474" y="84"/>
                  </a:cubicBezTo>
                  <a:cubicBezTo>
                    <a:pt x="1474" y="119"/>
                    <a:pt x="1463" y="144"/>
                    <a:pt x="1430" y="155"/>
                  </a:cubicBezTo>
                  <a:cubicBezTo>
                    <a:pt x="1482" y="264"/>
                    <a:pt x="1482" y="264"/>
                    <a:pt x="1482" y="264"/>
                  </a:cubicBezTo>
                  <a:cubicBezTo>
                    <a:pt x="1482" y="264"/>
                    <a:pt x="1487" y="272"/>
                    <a:pt x="1477" y="272"/>
                  </a:cubicBezTo>
                  <a:cubicBezTo>
                    <a:pt x="1447" y="272"/>
                    <a:pt x="1447" y="272"/>
                    <a:pt x="1447" y="272"/>
                  </a:cubicBezTo>
                  <a:cubicBezTo>
                    <a:pt x="1439" y="272"/>
                    <a:pt x="1436" y="265"/>
                    <a:pt x="1436" y="265"/>
                  </a:cubicBezTo>
                  <a:cubicBezTo>
                    <a:pt x="1391" y="163"/>
                    <a:pt x="1391" y="163"/>
                    <a:pt x="1391" y="163"/>
                  </a:cubicBezTo>
                  <a:cubicBezTo>
                    <a:pt x="1338" y="163"/>
                    <a:pt x="1338" y="163"/>
                    <a:pt x="1338" y="163"/>
                  </a:cubicBezTo>
                  <a:lnTo>
                    <a:pt x="1338" y="265"/>
                  </a:lnTo>
                  <a:close/>
                  <a:moveTo>
                    <a:pt x="1338" y="127"/>
                  </a:moveTo>
                  <a:cubicBezTo>
                    <a:pt x="1388" y="127"/>
                    <a:pt x="1388" y="127"/>
                    <a:pt x="1388" y="127"/>
                  </a:cubicBezTo>
                  <a:cubicBezTo>
                    <a:pt x="1425" y="127"/>
                    <a:pt x="1430" y="106"/>
                    <a:pt x="1430" y="84"/>
                  </a:cubicBezTo>
                  <a:cubicBezTo>
                    <a:pt x="1430" y="62"/>
                    <a:pt x="1425" y="41"/>
                    <a:pt x="1388" y="41"/>
                  </a:cubicBezTo>
                  <a:cubicBezTo>
                    <a:pt x="1338" y="41"/>
                    <a:pt x="1338" y="41"/>
                    <a:pt x="1338" y="41"/>
                  </a:cubicBezTo>
                  <a:lnTo>
                    <a:pt x="1338" y="127"/>
                  </a:lnTo>
                  <a:close/>
                  <a:moveTo>
                    <a:pt x="2520" y="652"/>
                  </a:moveTo>
                  <a:cubicBezTo>
                    <a:pt x="2520" y="652"/>
                    <a:pt x="2521" y="659"/>
                    <a:pt x="2513" y="659"/>
                  </a:cubicBezTo>
                  <a:cubicBezTo>
                    <a:pt x="2487" y="659"/>
                    <a:pt x="2487" y="659"/>
                    <a:pt x="2487" y="659"/>
                  </a:cubicBezTo>
                  <a:cubicBezTo>
                    <a:pt x="2480" y="659"/>
                    <a:pt x="2480" y="652"/>
                    <a:pt x="2480" y="652"/>
                  </a:cubicBezTo>
                  <a:cubicBezTo>
                    <a:pt x="2480" y="398"/>
                    <a:pt x="2480" y="398"/>
                    <a:pt x="2480" y="398"/>
                  </a:cubicBezTo>
                  <a:cubicBezTo>
                    <a:pt x="2480" y="398"/>
                    <a:pt x="2480" y="391"/>
                    <a:pt x="2487" y="391"/>
                  </a:cubicBezTo>
                  <a:cubicBezTo>
                    <a:pt x="2564" y="391"/>
                    <a:pt x="2564" y="391"/>
                    <a:pt x="2564" y="391"/>
                  </a:cubicBezTo>
                  <a:cubicBezTo>
                    <a:pt x="2633" y="391"/>
                    <a:pt x="2656" y="422"/>
                    <a:pt x="2656" y="471"/>
                  </a:cubicBezTo>
                  <a:cubicBezTo>
                    <a:pt x="2656" y="505"/>
                    <a:pt x="2645" y="531"/>
                    <a:pt x="2612" y="542"/>
                  </a:cubicBezTo>
                  <a:cubicBezTo>
                    <a:pt x="2664" y="651"/>
                    <a:pt x="2664" y="651"/>
                    <a:pt x="2664" y="651"/>
                  </a:cubicBezTo>
                  <a:cubicBezTo>
                    <a:pt x="2664" y="651"/>
                    <a:pt x="2669" y="659"/>
                    <a:pt x="2659" y="659"/>
                  </a:cubicBezTo>
                  <a:cubicBezTo>
                    <a:pt x="2629" y="659"/>
                    <a:pt x="2629" y="659"/>
                    <a:pt x="2629" y="659"/>
                  </a:cubicBezTo>
                  <a:cubicBezTo>
                    <a:pt x="2620" y="659"/>
                    <a:pt x="2618" y="652"/>
                    <a:pt x="2618" y="652"/>
                  </a:cubicBezTo>
                  <a:cubicBezTo>
                    <a:pt x="2573" y="550"/>
                    <a:pt x="2573" y="550"/>
                    <a:pt x="2573" y="550"/>
                  </a:cubicBezTo>
                  <a:cubicBezTo>
                    <a:pt x="2520" y="550"/>
                    <a:pt x="2520" y="550"/>
                    <a:pt x="2520" y="550"/>
                  </a:cubicBezTo>
                  <a:lnTo>
                    <a:pt x="2520" y="652"/>
                  </a:lnTo>
                  <a:close/>
                  <a:moveTo>
                    <a:pt x="2518" y="513"/>
                  </a:moveTo>
                  <a:cubicBezTo>
                    <a:pt x="2568" y="513"/>
                    <a:pt x="2568" y="513"/>
                    <a:pt x="2568" y="513"/>
                  </a:cubicBezTo>
                  <a:cubicBezTo>
                    <a:pt x="2605" y="513"/>
                    <a:pt x="2610" y="492"/>
                    <a:pt x="2610" y="471"/>
                  </a:cubicBezTo>
                  <a:cubicBezTo>
                    <a:pt x="2610" y="448"/>
                    <a:pt x="2605" y="428"/>
                    <a:pt x="2568" y="428"/>
                  </a:cubicBezTo>
                  <a:cubicBezTo>
                    <a:pt x="2518" y="428"/>
                    <a:pt x="2518" y="428"/>
                    <a:pt x="2518" y="428"/>
                  </a:cubicBezTo>
                  <a:lnTo>
                    <a:pt x="2518" y="513"/>
                  </a:lnTo>
                  <a:close/>
                  <a:moveTo>
                    <a:pt x="1078" y="1038"/>
                  </a:moveTo>
                  <a:cubicBezTo>
                    <a:pt x="1078" y="1038"/>
                    <a:pt x="1078" y="1045"/>
                    <a:pt x="1071" y="1045"/>
                  </a:cubicBezTo>
                  <a:cubicBezTo>
                    <a:pt x="1045" y="1045"/>
                    <a:pt x="1045" y="1045"/>
                    <a:pt x="1045" y="1045"/>
                  </a:cubicBezTo>
                  <a:cubicBezTo>
                    <a:pt x="1037" y="1045"/>
                    <a:pt x="1038" y="1038"/>
                    <a:pt x="1038" y="1038"/>
                  </a:cubicBezTo>
                  <a:cubicBezTo>
                    <a:pt x="1038" y="784"/>
                    <a:pt x="1038" y="784"/>
                    <a:pt x="1038" y="784"/>
                  </a:cubicBezTo>
                  <a:cubicBezTo>
                    <a:pt x="1038" y="784"/>
                    <a:pt x="1037" y="777"/>
                    <a:pt x="1045" y="777"/>
                  </a:cubicBezTo>
                  <a:cubicBezTo>
                    <a:pt x="1121" y="777"/>
                    <a:pt x="1121" y="777"/>
                    <a:pt x="1121" y="777"/>
                  </a:cubicBezTo>
                  <a:cubicBezTo>
                    <a:pt x="1191" y="777"/>
                    <a:pt x="1213" y="808"/>
                    <a:pt x="1213" y="857"/>
                  </a:cubicBezTo>
                  <a:cubicBezTo>
                    <a:pt x="1213" y="892"/>
                    <a:pt x="1202" y="917"/>
                    <a:pt x="1169" y="928"/>
                  </a:cubicBezTo>
                  <a:cubicBezTo>
                    <a:pt x="1221" y="1037"/>
                    <a:pt x="1221" y="1037"/>
                    <a:pt x="1221" y="1037"/>
                  </a:cubicBezTo>
                  <a:cubicBezTo>
                    <a:pt x="1221" y="1037"/>
                    <a:pt x="1226" y="1045"/>
                    <a:pt x="1216" y="1045"/>
                  </a:cubicBezTo>
                  <a:cubicBezTo>
                    <a:pt x="1186" y="1045"/>
                    <a:pt x="1186" y="1045"/>
                    <a:pt x="1186" y="1045"/>
                  </a:cubicBezTo>
                  <a:cubicBezTo>
                    <a:pt x="1178" y="1045"/>
                    <a:pt x="1175" y="1038"/>
                    <a:pt x="1175" y="1038"/>
                  </a:cubicBezTo>
                  <a:cubicBezTo>
                    <a:pt x="1130" y="936"/>
                    <a:pt x="1130" y="936"/>
                    <a:pt x="1130" y="936"/>
                  </a:cubicBezTo>
                  <a:cubicBezTo>
                    <a:pt x="1078" y="936"/>
                    <a:pt x="1078" y="936"/>
                    <a:pt x="1078" y="936"/>
                  </a:cubicBezTo>
                  <a:lnTo>
                    <a:pt x="1078" y="1038"/>
                  </a:lnTo>
                  <a:close/>
                  <a:moveTo>
                    <a:pt x="1075" y="900"/>
                  </a:moveTo>
                  <a:cubicBezTo>
                    <a:pt x="1125" y="900"/>
                    <a:pt x="1125" y="900"/>
                    <a:pt x="1125" y="900"/>
                  </a:cubicBezTo>
                  <a:cubicBezTo>
                    <a:pt x="1162" y="900"/>
                    <a:pt x="1167" y="879"/>
                    <a:pt x="1167" y="857"/>
                  </a:cubicBezTo>
                  <a:cubicBezTo>
                    <a:pt x="1167" y="835"/>
                    <a:pt x="1162" y="814"/>
                    <a:pt x="1125" y="814"/>
                  </a:cubicBezTo>
                  <a:cubicBezTo>
                    <a:pt x="1075" y="814"/>
                    <a:pt x="1075" y="814"/>
                    <a:pt x="1075" y="814"/>
                  </a:cubicBezTo>
                  <a:lnTo>
                    <a:pt x="1075" y="900"/>
                  </a:lnTo>
                  <a:close/>
                  <a:moveTo>
                    <a:pt x="724" y="145"/>
                  </a:moveTo>
                  <a:cubicBezTo>
                    <a:pt x="724" y="149"/>
                    <a:pt x="721" y="152"/>
                    <a:pt x="717" y="152"/>
                  </a:cubicBezTo>
                  <a:cubicBezTo>
                    <a:pt x="620" y="152"/>
                    <a:pt x="620" y="152"/>
                    <a:pt x="620" y="152"/>
                  </a:cubicBezTo>
                  <a:cubicBezTo>
                    <a:pt x="620" y="235"/>
                    <a:pt x="620" y="235"/>
                    <a:pt x="620" y="235"/>
                  </a:cubicBezTo>
                  <a:cubicBezTo>
                    <a:pt x="731" y="235"/>
                    <a:pt x="731" y="235"/>
                    <a:pt x="731" y="235"/>
                  </a:cubicBezTo>
                  <a:cubicBezTo>
                    <a:pt x="734" y="235"/>
                    <a:pt x="738" y="239"/>
                    <a:pt x="738" y="243"/>
                  </a:cubicBezTo>
                  <a:cubicBezTo>
                    <a:pt x="738" y="265"/>
                    <a:pt x="738" y="265"/>
                    <a:pt x="738" y="265"/>
                  </a:cubicBezTo>
                  <a:cubicBezTo>
                    <a:pt x="738" y="269"/>
                    <a:pt x="734" y="272"/>
                    <a:pt x="731" y="272"/>
                  </a:cubicBezTo>
                  <a:cubicBezTo>
                    <a:pt x="587" y="272"/>
                    <a:pt x="587" y="272"/>
                    <a:pt x="587" y="272"/>
                  </a:cubicBezTo>
                  <a:cubicBezTo>
                    <a:pt x="583" y="272"/>
                    <a:pt x="580" y="269"/>
                    <a:pt x="580" y="265"/>
                  </a:cubicBezTo>
                  <a:cubicBezTo>
                    <a:pt x="580" y="11"/>
                    <a:pt x="580" y="11"/>
                    <a:pt x="580" y="11"/>
                  </a:cubicBezTo>
                  <a:cubicBezTo>
                    <a:pt x="580" y="7"/>
                    <a:pt x="583" y="4"/>
                    <a:pt x="587" y="4"/>
                  </a:cubicBezTo>
                  <a:cubicBezTo>
                    <a:pt x="731" y="4"/>
                    <a:pt x="731" y="4"/>
                    <a:pt x="731" y="4"/>
                  </a:cubicBezTo>
                  <a:cubicBezTo>
                    <a:pt x="734" y="4"/>
                    <a:pt x="738" y="7"/>
                    <a:pt x="738" y="11"/>
                  </a:cubicBezTo>
                  <a:cubicBezTo>
                    <a:pt x="738" y="34"/>
                    <a:pt x="738" y="34"/>
                    <a:pt x="738" y="34"/>
                  </a:cubicBezTo>
                  <a:cubicBezTo>
                    <a:pt x="738" y="38"/>
                    <a:pt x="734" y="41"/>
                    <a:pt x="731" y="41"/>
                  </a:cubicBezTo>
                  <a:cubicBezTo>
                    <a:pt x="620" y="41"/>
                    <a:pt x="620" y="41"/>
                    <a:pt x="620" y="41"/>
                  </a:cubicBezTo>
                  <a:cubicBezTo>
                    <a:pt x="620" y="115"/>
                    <a:pt x="620" y="115"/>
                    <a:pt x="620" y="115"/>
                  </a:cubicBezTo>
                  <a:cubicBezTo>
                    <a:pt x="717" y="115"/>
                    <a:pt x="717" y="115"/>
                    <a:pt x="717" y="115"/>
                  </a:cubicBezTo>
                  <a:cubicBezTo>
                    <a:pt x="721" y="115"/>
                    <a:pt x="724" y="118"/>
                    <a:pt x="724" y="122"/>
                  </a:cubicBezTo>
                  <a:lnTo>
                    <a:pt x="724" y="145"/>
                  </a:lnTo>
                  <a:close/>
                  <a:moveTo>
                    <a:pt x="1232" y="145"/>
                  </a:moveTo>
                  <a:cubicBezTo>
                    <a:pt x="1232" y="149"/>
                    <a:pt x="1229" y="152"/>
                    <a:pt x="1225" y="152"/>
                  </a:cubicBezTo>
                  <a:cubicBezTo>
                    <a:pt x="1128" y="152"/>
                    <a:pt x="1128" y="152"/>
                    <a:pt x="1128" y="152"/>
                  </a:cubicBezTo>
                  <a:cubicBezTo>
                    <a:pt x="1128" y="235"/>
                    <a:pt x="1128" y="235"/>
                    <a:pt x="1128" y="235"/>
                  </a:cubicBezTo>
                  <a:cubicBezTo>
                    <a:pt x="1239" y="235"/>
                    <a:pt x="1239" y="235"/>
                    <a:pt x="1239" y="235"/>
                  </a:cubicBezTo>
                  <a:cubicBezTo>
                    <a:pt x="1242" y="235"/>
                    <a:pt x="1246" y="239"/>
                    <a:pt x="1246" y="243"/>
                  </a:cubicBezTo>
                  <a:cubicBezTo>
                    <a:pt x="1246" y="265"/>
                    <a:pt x="1246" y="265"/>
                    <a:pt x="1246" y="265"/>
                  </a:cubicBezTo>
                  <a:cubicBezTo>
                    <a:pt x="1246" y="269"/>
                    <a:pt x="1242" y="272"/>
                    <a:pt x="1239" y="272"/>
                  </a:cubicBezTo>
                  <a:cubicBezTo>
                    <a:pt x="1095" y="272"/>
                    <a:pt x="1095" y="272"/>
                    <a:pt x="1095" y="272"/>
                  </a:cubicBezTo>
                  <a:cubicBezTo>
                    <a:pt x="1091" y="272"/>
                    <a:pt x="1088" y="269"/>
                    <a:pt x="1088" y="265"/>
                  </a:cubicBezTo>
                  <a:cubicBezTo>
                    <a:pt x="1088" y="11"/>
                    <a:pt x="1088" y="11"/>
                    <a:pt x="1088" y="11"/>
                  </a:cubicBezTo>
                  <a:cubicBezTo>
                    <a:pt x="1088" y="7"/>
                    <a:pt x="1091" y="4"/>
                    <a:pt x="1095" y="4"/>
                  </a:cubicBezTo>
                  <a:cubicBezTo>
                    <a:pt x="1239" y="4"/>
                    <a:pt x="1239" y="4"/>
                    <a:pt x="1239" y="4"/>
                  </a:cubicBezTo>
                  <a:cubicBezTo>
                    <a:pt x="1242" y="4"/>
                    <a:pt x="1246" y="7"/>
                    <a:pt x="1246" y="11"/>
                  </a:cubicBezTo>
                  <a:cubicBezTo>
                    <a:pt x="1246" y="34"/>
                    <a:pt x="1246" y="34"/>
                    <a:pt x="1246" y="34"/>
                  </a:cubicBezTo>
                  <a:cubicBezTo>
                    <a:pt x="1246" y="38"/>
                    <a:pt x="1242" y="41"/>
                    <a:pt x="1239" y="41"/>
                  </a:cubicBezTo>
                  <a:cubicBezTo>
                    <a:pt x="1128" y="41"/>
                    <a:pt x="1128" y="41"/>
                    <a:pt x="1128" y="41"/>
                  </a:cubicBezTo>
                  <a:cubicBezTo>
                    <a:pt x="1128" y="115"/>
                    <a:pt x="1128" y="115"/>
                    <a:pt x="1128" y="115"/>
                  </a:cubicBezTo>
                  <a:cubicBezTo>
                    <a:pt x="1225" y="115"/>
                    <a:pt x="1225" y="115"/>
                    <a:pt x="1225" y="115"/>
                  </a:cubicBezTo>
                  <a:cubicBezTo>
                    <a:pt x="1229" y="115"/>
                    <a:pt x="1232" y="118"/>
                    <a:pt x="1232" y="122"/>
                  </a:cubicBezTo>
                  <a:lnTo>
                    <a:pt x="1232" y="145"/>
                  </a:lnTo>
                  <a:close/>
                  <a:moveTo>
                    <a:pt x="2240" y="145"/>
                  </a:moveTo>
                  <a:cubicBezTo>
                    <a:pt x="2240" y="149"/>
                    <a:pt x="2237" y="152"/>
                    <a:pt x="2233" y="152"/>
                  </a:cubicBezTo>
                  <a:cubicBezTo>
                    <a:pt x="2135" y="152"/>
                    <a:pt x="2135" y="152"/>
                    <a:pt x="2135" y="152"/>
                  </a:cubicBezTo>
                  <a:cubicBezTo>
                    <a:pt x="2135" y="235"/>
                    <a:pt x="2135" y="235"/>
                    <a:pt x="2135" y="235"/>
                  </a:cubicBezTo>
                  <a:cubicBezTo>
                    <a:pt x="2246" y="235"/>
                    <a:pt x="2246" y="235"/>
                    <a:pt x="2246" y="235"/>
                  </a:cubicBezTo>
                  <a:cubicBezTo>
                    <a:pt x="2250" y="235"/>
                    <a:pt x="2253" y="239"/>
                    <a:pt x="2253" y="243"/>
                  </a:cubicBezTo>
                  <a:cubicBezTo>
                    <a:pt x="2253" y="265"/>
                    <a:pt x="2253" y="265"/>
                    <a:pt x="2253" y="265"/>
                  </a:cubicBezTo>
                  <a:cubicBezTo>
                    <a:pt x="2253" y="269"/>
                    <a:pt x="2250" y="272"/>
                    <a:pt x="2246" y="272"/>
                  </a:cubicBezTo>
                  <a:cubicBezTo>
                    <a:pt x="2102" y="272"/>
                    <a:pt x="2102" y="272"/>
                    <a:pt x="2102" y="272"/>
                  </a:cubicBezTo>
                  <a:cubicBezTo>
                    <a:pt x="2099" y="272"/>
                    <a:pt x="2095" y="269"/>
                    <a:pt x="2095" y="265"/>
                  </a:cubicBezTo>
                  <a:cubicBezTo>
                    <a:pt x="2095" y="11"/>
                    <a:pt x="2095" y="11"/>
                    <a:pt x="2095" y="11"/>
                  </a:cubicBezTo>
                  <a:cubicBezTo>
                    <a:pt x="2095" y="7"/>
                    <a:pt x="2099" y="4"/>
                    <a:pt x="2102" y="4"/>
                  </a:cubicBezTo>
                  <a:cubicBezTo>
                    <a:pt x="2246" y="4"/>
                    <a:pt x="2246" y="4"/>
                    <a:pt x="2246" y="4"/>
                  </a:cubicBezTo>
                  <a:cubicBezTo>
                    <a:pt x="2250" y="4"/>
                    <a:pt x="2253" y="7"/>
                    <a:pt x="2253" y="11"/>
                  </a:cubicBezTo>
                  <a:cubicBezTo>
                    <a:pt x="2253" y="34"/>
                    <a:pt x="2253" y="34"/>
                    <a:pt x="2253" y="34"/>
                  </a:cubicBezTo>
                  <a:cubicBezTo>
                    <a:pt x="2253" y="38"/>
                    <a:pt x="2250" y="41"/>
                    <a:pt x="2246" y="41"/>
                  </a:cubicBezTo>
                  <a:cubicBezTo>
                    <a:pt x="2135" y="41"/>
                    <a:pt x="2135" y="41"/>
                    <a:pt x="2135" y="41"/>
                  </a:cubicBezTo>
                  <a:cubicBezTo>
                    <a:pt x="2135" y="115"/>
                    <a:pt x="2135" y="115"/>
                    <a:pt x="2135" y="115"/>
                  </a:cubicBezTo>
                  <a:cubicBezTo>
                    <a:pt x="2233" y="115"/>
                    <a:pt x="2233" y="115"/>
                    <a:pt x="2233" y="115"/>
                  </a:cubicBezTo>
                  <a:cubicBezTo>
                    <a:pt x="2237" y="115"/>
                    <a:pt x="2240" y="118"/>
                    <a:pt x="2240" y="122"/>
                  </a:cubicBezTo>
                  <a:lnTo>
                    <a:pt x="2240" y="145"/>
                  </a:lnTo>
                  <a:close/>
                  <a:moveTo>
                    <a:pt x="2412" y="531"/>
                  </a:moveTo>
                  <a:cubicBezTo>
                    <a:pt x="2412" y="535"/>
                    <a:pt x="2409" y="538"/>
                    <a:pt x="2405" y="538"/>
                  </a:cubicBezTo>
                  <a:cubicBezTo>
                    <a:pt x="2308" y="538"/>
                    <a:pt x="2308" y="538"/>
                    <a:pt x="2308" y="538"/>
                  </a:cubicBezTo>
                  <a:cubicBezTo>
                    <a:pt x="2308" y="622"/>
                    <a:pt x="2308" y="622"/>
                    <a:pt x="2308" y="622"/>
                  </a:cubicBezTo>
                  <a:cubicBezTo>
                    <a:pt x="2418" y="622"/>
                    <a:pt x="2418" y="622"/>
                    <a:pt x="2418" y="622"/>
                  </a:cubicBezTo>
                  <a:cubicBezTo>
                    <a:pt x="2422" y="622"/>
                    <a:pt x="2425" y="625"/>
                    <a:pt x="2425" y="629"/>
                  </a:cubicBezTo>
                  <a:cubicBezTo>
                    <a:pt x="2425" y="652"/>
                    <a:pt x="2425" y="652"/>
                    <a:pt x="2425" y="652"/>
                  </a:cubicBezTo>
                  <a:cubicBezTo>
                    <a:pt x="2425" y="656"/>
                    <a:pt x="2422" y="659"/>
                    <a:pt x="2418" y="659"/>
                  </a:cubicBezTo>
                  <a:cubicBezTo>
                    <a:pt x="2275" y="659"/>
                    <a:pt x="2275" y="659"/>
                    <a:pt x="2275" y="659"/>
                  </a:cubicBezTo>
                  <a:cubicBezTo>
                    <a:pt x="2271" y="659"/>
                    <a:pt x="2268" y="656"/>
                    <a:pt x="2268" y="652"/>
                  </a:cubicBezTo>
                  <a:cubicBezTo>
                    <a:pt x="2268" y="398"/>
                    <a:pt x="2268" y="398"/>
                    <a:pt x="2268" y="398"/>
                  </a:cubicBezTo>
                  <a:cubicBezTo>
                    <a:pt x="2268" y="394"/>
                    <a:pt x="2271" y="391"/>
                    <a:pt x="2275" y="391"/>
                  </a:cubicBezTo>
                  <a:cubicBezTo>
                    <a:pt x="2418" y="391"/>
                    <a:pt x="2418" y="391"/>
                    <a:pt x="2418" y="391"/>
                  </a:cubicBezTo>
                  <a:cubicBezTo>
                    <a:pt x="2422" y="391"/>
                    <a:pt x="2425" y="394"/>
                    <a:pt x="2425" y="398"/>
                  </a:cubicBezTo>
                  <a:cubicBezTo>
                    <a:pt x="2425" y="421"/>
                    <a:pt x="2425" y="421"/>
                    <a:pt x="2425" y="421"/>
                  </a:cubicBezTo>
                  <a:cubicBezTo>
                    <a:pt x="2425" y="424"/>
                    <a:pt x="2422" y="428"/>
                    <a:pt x="2418" y="428"/>
                  </a:cubicBezTo>
                  <a:cubicBezTo>
                    <a:pt x="2308" y="428"/>
                    <a:pt x="2308" y="428"/>
                    <a:pt x="2308" y="428"/>
                  </a:cubicBezTo>
                  <a:cubicBezTo>
                    <a:pt x="2308" y="502"/>
                    <a:pt x="2308" y="502"/>
                    <a:pt x="2308" y="502"/>
                  </a:cubicBezTo>
                  <a:cubicBezTo>
                    <a:pt x="2405" y="502"/>
                    <a:pt x="2405" y="502"/>
                    <a:pt x="2405" y="502"/>
                  </a:cubicBezTo>
                  <a:cubicBezTo>
                    <a:pt x="2409" y="502"/>
                    <a:pt x="2412" y="505"/>
                    <a:pt x="2412" y="509"/>
                  </a:cubicBezTo>
                  <a:lnTo>
                    <a:pt x="2412" y="531"/>
                  </a:lnTo>
                  <a:close/>
                  <a:moveTo>
                    <a:pt x="1038" y="197"/>
                  </a:moveTo>
                  <a:cubicBezTo>
                    <a:pt x="1038" y="259"/>
                    <a:pt x="997" y="282"/>
                    <a:pt x="933" y="277"/>
                  </a:cubicBezTo>
                  <a:cubicBezTo>
                    <a:pt x="898" y="274"/>
                    <a:pt x="882" y="265"/>
                    <a:pt x="863" y="258"/>
                  </a:cubicBezTo>
                  <a:cubicBezTo>
                    <a:pt x="862" y="257"/>
                    <a:pt x="858" y="256"/>
                    <a:pt x="859" y="251"/>
                  </a:cubicBezTo>
                  <a:cubicBezTo>
                    <a:pt x="867" y="226"/>
                    <a:pt x="867" y="226"/>
                    <a:pt x="867" y="226"/>
                  </a:cubicBezTo>
                  <a:cubicBezTo>
                    <a:pt x="867" y="223"/>
                    <a:pt x="868" y="221"/>
                    <a:pt x="872" y="222"/>
                  </a:cubicBezTo>
                  <a:cubicBezTo>
                    <a:pt x="888" y="228"/>
                    <a:pt x="913" y="238"/>
                    <a:pt x="933" y="240"/>
                  </a:cubicBezTo>
                  <a:cubicBezTo>
                    <a:pt x="981" y="243"/>
                    <a:pt x="999" y="225"/>
                    <a:pt x="999" y="200"/>
                  </a:cubicBezTo>
                  <a:cubicBezTo>
                    <a:pt x="999" y="177"/>
                    <a:pt x="982" y="164"/>
                    <a:pt x="946" y="157"/>
                  </a:cubicBezTo>
                  <a:cubicBezTo>
                    <a:pt x="882" y="143"/>
                    <a:pt x="858" y="125"/>
                    <a:pt x="858" y="76"/>
                  </a:cubicBezTo>
                  <a:cubicBezTo>
                    <a:pt x="858" y="28"/>
                    <a:pt x="888" y="0"/>
                    <a:pt x="946" y="0"/>
                  </a:cubicBezTo>
                  <a:cubicBezTo>
                    <a:pt x="976" y="0"/>
                    <a:pt x="999" y="8"/>
                    <a:pt x="1013" y="13"/>
                  </a:cubicBezTo>
                  <a:cubicBezTo>
                    <a:pt x="1015" y="14"/>
                    <a:pt x="1020" y="15"/>
                    <a:pt x="1019" y="21"/>
                  </a:cubicBezTo>
                  <a:cubicBezTo>
                    <a:pt x="1019" y="26"/>
                    <a:pt x="1018" y="45"/>
                    <a:pt x="1017" y="50"/>
                  </a:cubicBezTo>
                  <a:cubicBezTo>
                    <a:pt x="1017" y="56"/>
                    <a:pt x="1012" y="55"/>
                    <a:pt x="1010" y="53"/>
                  </a:cubicBezTo>
                  <a:cubicBezTo>
                    <a:pt x="992" y="46"/>
                    <a:pt x="975" y="39"/>
                    <a:pt x="951" y="38"/>
                  </a:cubicBezTo>
                  <a:cubicBezTo>
                    <a:pt x="913" y="36"/>
                    <a:pt x="900" y="53"/>
                    <a:pt x="900" y="73"/>
                  </a:cubicBezTo>
                  <a:cubicBezTo>
                    <a:pt x="900" y="102"/>
                    <a:pt x="917" y="109"/>
                    <a:pt x="952" y="117"/>
                  </a:cubicBezTo>
                  <a:cubicBezTo>
                    <a:pt x="1007" y="129"/>
                    <a:pt x="1038" y="146"/>
                    <a:pt x="1038" y="197"/>
                  </a:cubicBezTo>
                  <a:moveTo>
                    <a:pt x="1378" y="584"/>
                  </a:moveTo>
                  <a:cubicBezTo>
                    <a:pt x="1378" y="645"/>
                    <a:pt x="1337" y="669"/>
                    <a:pt x="1274" y="663"/>
                  </a:cubicBezTo>
                  <a:cubicBezTo>
                    <a:pt x="1239" y="660"/>
                    <a:pt x="1223" y="652"/>
                    <a:pt x="1204" y="644"/>
                  </a:cubicBezTo>
                  <a:cubicBezTo>
                    <a:pt x="1202" y="643"/>
                    <a:pt x="1199" y="642"/>
                    <a:pt x="1200" y="637"/>
                  </a:cubicBezTo>
                  <a:cubicBezTo>
                    <a:pt x="1207" y="613"/>
                    <a:pt x="1207" y="613"/>
                    <a:pt x="1207" y="613"/>
                  </a:cubicBezTo>
                  <a:cubicBezTo>
                    <a:pt x="1208" y="609"/>
                    <a:pt x="1209" y="607"/>
                    <a:pt x="1213" y="609"/>
                  </a:cubicBezTo>
                  <a:cubicBezTo>
                    <a:pt x="1229" y="614"/>
                    <a:pt x="1253" y="624"/>
                    <a:pt x="1274" y="626"/>
                  </a:cubicBezTo>
                  <a:cubicBezTo>
                    <a:pt x="1321" y="630"/>
                    <a:pt x="1339" y="611"/>
                    <a:pt x="1339" y="586"/>
                  </a:cubicBezTo>
                  <a:cubicBezTo>
                    <a:pt x="1339" y="564"/>
                    <a:pt x="1322" y="551"/>
                    <a:pt x="1287" y="543"/>
                  </a:cubicBezTo>
                  <a:cubicBezTo>
                    <a:pt x="1222" y="529"/>
                    <a:pt x="1199" y="511"/>
                    <a:pt x="1199" y="462"/>
                  </a:cubicBezTo>
                  <a:cubicBezTo>
                    <a:pt x="1199" y="414"/>
                    <a:pt x="1229" y="386"/>
                    <a:pt x="1287" y="386"/>
                  </a:cubicBezTo>
                  <a:cubicBezTo>
                    <a:pt x="1316" y="386"/>
                    <a:pt x="1339" y="394"/>
                    <a:pt x="1354" y="400"/>
                  </a:cubicBezTo>
                  <a:cubicBezTo>
                    <a:pt x="1356" y="401"/>
                    <a:pt x="1360" y="402"/>
                    <a:pt x="1360" y="407"/>
                  </a:cubicBezTo>
                  <a:cubicBezTo>
                    <a:pt x="1360" y="412"/>
                    <a:pt x="1358" y="432"/>
                    <a:pt x="1358" y="437"/>
                  </a:cubicBezTo>
                  <a:cubicBezTo>
                    <a:pt x="1358" y="442"/>
                    <a:pt x="1353" y="441"/>
                    <a:pt x="1350" y="440"/>
                  </a:cubicBezTo>
                  <a:cubicBezTo>
                    <a:pt x="1332" y="432"/>
                    <a:pt x="1315" y="426"/>
                    <a:pt x="1292" y="424"/>
                  </a:cubicBezTo>
                  <a:cubicBezTo>
                    <a:pt x="1253" y="422"/>
                    <a:pt x="1240" y="440"/>
                    <a:pt x="1240" y="459"/>
                  </a:cubicBezTo>
                  <a:cubicBezTo>
                    <a:pt x="1240" y="489"/>
                    <a:pt x="1257" y="495"/>
                    <a:pt x="1292" y="503"/>
                  </a:cubicBezTo>
                  <a:cubicBezTo>
                    <a:pt x="1347" y="515"/>
                    <a:pt x="1378" y="533"/>
                    <a:pt x="1378" y="584"/>
                  </a:cubicBezTo>
                  <a:moveTo>
                    <a:pt x="1597" y="584"/>
                  </a:moveTo>
                  <a:cubicBezTo>
                    <a:pt x="1597" y="645"/>
                    <a:pt x="1557" y="669"/>
                    <a:pt x="1493" y="663"/>
                  </a:cubicBezTo>
                  <a:cubicBezTo>
                    <a:pt x="1458" y="660"/>
                    <a:pt x="1442" y="652"/>
                    <a:pt x="1423" y="644"/>
                  </a:cubicBezTo>
                  <a:cubicBezTo>
                    <a:pt x="1422" y="643"/>
                    <a:pt x="1418" y="642"/>
                    <a:pt x="1419" y="637"/>
                  </a:cubicBezTo>
                  <a:cubicBezTo>
                    <a:pt x="1426" y="613"/>
                    <a:pt x="1426" y="613"/>
                    <a:pt x="1426" y="613"/>
                  </a:cubicBezTo>
                  <a:cubicBezTo>
                    <a:pt x="1427" y="609"/>
                    <a:pt x="1428" y="607"/>
                    <a:pt x="1432" y="609"/>
                  </a:cubicBezTo>
                  <a:cubicBezTo>
                    <a:pt x="1448" y="614"/>
                    <a:pt x="1472" y="624"/>
                    <a:pt x="1493" y="626"/>
                  </a:cubicBezTo>
                  <a:cubicBezTo>
                    <a:pt x="1541" y="630"/>
                    <a:pt x="1558" y="611"/>
                    <a:pt x="1558" y="586"/>
                  </a:cubicBezTo>
                  <a:cubicBezTo>
                    <a:pt x="1558" y="564"/>
                    <a:pt x="1542" y="551"/>
                    <a:pt x="1506" y="543"/>
                  </a:cubicBezTo>
                  <a:cubicBezTo>
                    <a:pt x="1442" y="529"/>
                    <a:pt x="1418" y="511"/>
                    <a:pt x="1418" y="462"/>
                  </a:cubicBezTo>
                  <a:cubicBezTo>
                    <a:pt x="1418" y="414"/>
                    <a:pt x="1448" y="386"/>
                    <a:pt x="1506" y="386"/>
                  </a:cubicBezTo>
                  <a:cubicBezTo>
                    <a:pt x="1536" y="386"/>
                    <a:pt x="1558" y="394"/>
                    <a:pt x="1573" y="400"/>
                  </a:cubicBezTo>
                  <a:cubicBezTo>
                    <a:pt x="1575" y="401"/>
                    <a:pt x="1579" y="402"/>
                    <a:pt x="1579" y="407"/>
                  </a:cubicBezTo>
                  <a:cubicBezTo>
                    <a:pt x="1579" y="412"/>
                    <a:pt x="1577" y="432"/>
                    <a:pt x="1577" y="437"/>
                  </a:cubicBezTo>
                  <a:cubicBezTo>
                    <a:pt x="1577" y="442"/>
                    <a:pt x="1572" y="441"/>
                    <a:pt x="1569" y="440"/>
                  </a:cubicBezTo>
                  <a:cubicBezTo>
                    <a:pt x="1552" y="432"/>
                    <a:pt x="1534" y="426"/>
                    <a:pt x="1511" y="424"/>
                  </a:cubicBezTo>
                  <a:cubicBezTo>
                    <a:pt x="1473" y="422"/>
                    <a:pt x="1459" y="440"/>
                    <a:pt x="1459" y="459"/>
                  </a:cubicBezTo>
                  <a:cubicBezTo>
                    <a:pt x="1459" y="489"/>
                    <a:pt x="1477" y="495"/>
                    <a:pt x="1512" y="503"/>
                  </a:cubicBezTo>
                  <a:cubicBezTo>
                    <a:pt x="1567" y="515"/>
                    <a:pt x="1597" y="533"/>
                    <a:pt x="1597" y="584"/>
                  </a:cubicBezTo>
                  <a:moveTo>
                    <a:pt x="2477" y="197"/>
                  </a:moveTo>
                  <a:cubicBezTo>
                    <a:pt x="2477" y="259"/>
                    <a:pt x="2436" y="282"/>
                    <a:pt x="2373" y="277"/>
                  </a:cubicBezTo>
                  <a:cubicBezTo>
                    <a:pt x="2338" y="274"/>
                    <a:pt x="2321" y="265"/>
                    <a:pt x="2302" y="258"/>
                  </a:cubicBezTo>
                  <a:cubicBezTo>
                    <a:pt x="2301" y="257"/>
                    <a:pt x="2297" y="256"/>
                    <a:pt x="2299" y="251"/>
                  </a:cubicBezTo>
                  <a:cubicBezTo>
                    <a:pt x="2306" y="226"/>
                    <a:pt x="2306" y="226"/>
                    <a:pt x="2306" y="226"/>
                  </a:cubicBezTo>
                  <a:cubicBezTo>
                    <a:pt x="2306" y="223"/>
                    <a:pt x="2307" y="221"/>
                    <a:pt x="2312" y="222"/>
                  </a:cubicBezTo>
                  <a:cubicBezTo>
                    <a:pt x="2327" y="228"/>
                    <a:pt x="2352" y="238"/>
                    <a:pt x="2373" y="240"/>
                  </a:cubicBezTo>
                  <a:cubicBezTo>
                    <a:pt x="2420" y="243"/>
                    <a:pt x="2438" y="225"/>
                    <a:pt x="2438" y="200"/>
                  </a:cubicBezTo>
                  <a:cubicBezTo>
                    <a:pt x="2438" y="177"/>
                    <a:pt x="2421" y="164"/>
                    <a:pt x="2386" y="157"/>
                  </a:cubicBezTo>
                  <a:cubicBezTo>
                    <a:pt x="2321" y="143"/>
                    <a:pt x="2297" y="125"/>
                    <a:pt x="2297" y="76"/>
                  </a:cubicBezTo>
                  <a:cubicBezTo>
                    <a:pt x="2297" y="28"/>
                    <a:pt x="2328" y="0"/>
                    <a:pt x="2385" y="0"/>
                  </a:cubicBezTo>
                  <a:cubicBezTo>
                    <a:pt x="2415" y="0"/>
                    <a:pt x="2438" y="8"/>
                    <a:pt x="2452" y="13"/>
                  </a:cubicBezTo>
                  <a:cubicBezTo>
                    <a:pt x="2455" y="14"/>
                    <a:pt x="2459" y="15"/>
                    <a:pt x="2459" y="21"/>
                  </a:cubicBezTo>
                  <a:cubicBezTo>
                    <a:pt x="2459" y="26"/>
                    <a:pt x="2457" y="45"/>
                    <a:pt x="2457" y="50"/>
                  </a:cubicBezTo>
                  <a:cubicBezTo>
                    <a:pt x="2456" y="56"/>
                    <a:pt x="2451" y="55"/>
                    <a:pt x="2449" y="53"/>
                  </a:cubicBezTo>
                  <a:cubicBezTo>
                    <a:pt x="2431" y="46"/>
                    <a:pt x="2414" y="39"/>
                    <a:pt x="2390" y="38"/>
                  </a:cubicBezTo>
                  <a:cubicBezTo>
                    <a:pt x="2352" y="36"/>
                    <a:pt x="2339" y="53"/>
                    <a:pt x="2339" y="73"/>
                  </a:cubicBezTo>
                  <a:cubicBezTo>
                    <a:pt x="2339" y="102"/>
                    <a:pt x="2356" y="109"/>
                    <a:pt x="2391" y="117"/>
                  </a:cubicBezTo>
                  <a:cubicBezTo>
                    <a:pt x="2446" y="129"/>
                    <a:pt x="2477" y="146"/>
                    <a:pt x="2477" y="197"/>
                  </a:cubicBezTo>
                  <a:moveTo>
                    <a:pt x="1967" y="0"/>
                  </a:moveTo>
                  <a:cubicBezTo>
                    <a:pt x="1996" y="0"/>
                    <a:pt x="2021" y="7"/>
                    <a:pt x="2033" y="14"/>
                  </a:cubicBezTo>
                  <a:cubicBezTo>
                    <a:pt x="2037" y="16"/>
                    <a:pt x="2040" y="19"/>
                    <a:pt x="2039" y="26"/>
                  </a:cubicBezTo>
                  <a:cubicBezTo>
                    <a:pt x="2037" y="33"/>
                    <a:pt x="2035" y="45"/>
                    <a:pt x="2035" y="50"/>
                  </a:cubicBezTo>
                  <a:cubicBezTo>
                    <a:pt x="2034" y="55"/>
                    <a:pt x="2031" y="55"/>
                    <a:pt x="2025" y="52"/>
                  </a:cubicBezTo>
                  <a:cubicBezTo>
                    <a:pt x="2009" y="44"/>
                    <a:pt x="1987" y="37"/>
                    <a:pt x="1966" y="38"/>
                  </a:cubicBezTo>
                  <a:cubicBezTo>
                    <a:pt x="1928" y="41"/>
                    <a:pt x="1905" y="85"/>
                    <a:pt x="1905" y="138"/>
                  </a:cubicBezTo>
                  <a:cubicBezTo>
                    <a:pt x="1905" y="196"/>
                    <a:pt x="1929" y="238"/>
                    <a:pt x="1971" y="238"/>
                  </a:cubicBezTo>
                  <a:cubicBezTo>
                    <a:pt x="1992" y="238"/>
                    <a:pt x="2014" y="230"/>
                    <a:pt x="2029" y="220"/>
                  </a:cubicBezTo>
                  <a:cubicBezTo>
                    <a:pt x="2034" y="216"/>
                    <a:pt x="2036" y="217"/>
                    <a:pt x="2037" y="222"/>
                  </a:cubicBezTo>
                  <a:cubicBezTo>
                    <a:pt x="2038" y="227"/>
                    <a:pt x="2042" y="242"/>
                    <a:pt x="2043" y="248"/>
                  </a:cubicBezTo>
                  <a:cubicBezTo>
                    <a:pt x="2045" y="253"/>
                    <a:pt x="2043" y="254"/>
                    <a:pt x="2039" y="258"/>
                  </a:cubicBezTo>
                  <a:cubicBezTo>
                    <a:pt x="2028" y="266"/>
                    <a:pt x="1995" y="277"/>
                    <a:pt x="1969" y="277"/>
                  </a:cubicBezTo>
                  <a:cubicBezTo>
                    <a:pt x="1899" y="277"/>
                    <a:pt x="1863" y="216"/>
                    <a:pt x="1863" y="138"/>
                  </a:cubicBezTo>
                  <a:cubicBezTo>
                    <a:pt x="1863" y="62"/>
                    <a:pt x="1901" y="0"/>
                    <a:pt x="1967" y="0"/>
                  </a:cubicBezTo>
                  <a:moveTo>
                    <a:pt x="103" y="387"/>
                  </a:moveTo>
                  <a:cubicBezTo>
                    <a:pt x="132" y="387"/>
                    <a:pt x="158" y="394"/>
                    <a:pt x="169" y="401"/>
                  </a:cubicBezTo>
                  <a:cubicBezTo>
                    <a:pt x="173" y="403"/>
                    <a:pt x="176" y="405"/>
                    <a:pt x="175" y="412"/>
                  </a:cubicBezTo>
                  <a:cubicBezTo>
                    <a:pt x="174" y="419"/>
                    <a:pt x="172" y="432"/>
                    <a:pt x="171" y="437"/>
                  </a:cubicBezTo>
                  <a:cubicBezTo>
                    <a:pt x="170" y="442"/>
                    <a:pt x="167" y="442"/>
                    <a:pt x="161" y="439"/>
                  </a:cubicBezTo>
                  <a:cubicBezTo>
                    <a:pt x="145" y="431"/>
                    <a:pt x="123" y="424"/>
                    <a:pt x="102" y="425"/>
                  </a:cubicBezTo>
                  <a:cubicBezTo>
                    <a:pt x="64" y="428"/>
                    <a:pt x="41" y="472"/>
                    <a:pt x="41" y="525"/>
                  </a:cubicBezTo>
                  <a:cubicBezTo>
                    <a:pt x="41" y="583"/>
                    <a:pt x="65" y="624"/>
                    <a:pt x="107" y="624"/>
                  </a:cubicBezTo>
                  <a:cubicBezTo>
                    <a:pt x="129" y="624"/>
                    <a:pt x="150" y="617"/>
                    <a:pt x="165" y="607"/>
                  </a:cubicBezTo>
                  <a:cubicBezTo>
                    <a:pt x="170" y="603"/>
                    <a:pt x="172" y="604"/>
                    <a:pt x="173" y="609"/>
                  </a:cubicBezTo>
                  <a:cubicBezTo>
                    <a:pt x="174" y="613"/>
                    <a:pt x="178" y="629"/>
                    <a:pt x="180" y="634"/>
                  </a:cubicBezTo>
                  <a:cubicBezTo>
                    <a:pt x="181" y="640"/>
                    <a:pt x="179" y="641"/>
                    <a:pt x="175" y="645"/>
                  </a:cubicBezTo>
                  <a:cubicBezTo>
                    <a:pt x="164" y="652"/>
                    <a:pt x="131" y="663"/>
                    <a:pt x="105" y="663"/>
                  </a:cubicBezTo>
                  <a:cubicBezTo>
                    <a:pt x="35" y="663"/>
                    <a:pt x="0" y="603"/>
                    <a:pt x="0" y="525"/>
                  </a:cubicBezTo>
                  <a:cubicBezTo>
                    <a:pt x="0" y="448"/>
                    <a:pt x="37" y="387"/>
                    <a:pt x="103" y="387"/>
                  </a:cubicBezTo>
                  <a:moveTo>
                    <a:pt x="466" y="771"/>
                  </a:moveTo>
                  <a:cubicBezTo>
                    <a:pt x="495" y="771"/>
                    <a:pt x="521" y="779"/>
                    <a:pt x="532" y="785"/>
                  </a:cubicBezTo>
                  <a:cubicBezTo>
                    <a:pt x="536" y="788"/>
                    <a:pt x="539" y="790"/>
                    <a:pt x="538" y="797"/>
                  </a:cubicBezTo>
                  <a:cubicBezTo>
                    <a:pt x="536" y="804"/>
                    <a:pt x="534" y="816"/>
                    <a:pt x="534" y="821"/>
                  </a:cubicBezTo>
                  <a:cubicBezTo>
                    <a:pt x="533" y="826"/>
                    <a:pt x="530" y="827"/>
                    <a:pt x="524" y="823"/>
                  </a:cubicBezTo>
                  <a:cubicBezTo>
                    <a:pt x="508" y="816"/>
                    <a:pt x="486" y="808"/>
                    <a:pt x="465" y="810"/>
                  </a:cubicBezTo>
                  <a:cubicBezTo>
                    <a:pt x="427" y="812"/>
                    <a:pt x="404" y="856"/>
                    <a:pt x="404" y="910"/>
                  </a:cubicBezTo>
                  <a:cubicBezTo>
                    <a:pt x="404" y="968"/>
                    <a:pt x="428" y="1009"/>
                    <a:pt x="470" y="1009"/>
                  </a:cubicBezTo>
                  <a:cubicBezTo>
                    <a:pt x="491" y="1009"/>
                    <a:pt x="513" y="1001"/>
                    <a:pt x="528" y="991"/>
                  </a:cubicBezTo>
                  <a:cubicBezTo>
                    <a:pt x="533" y="988"/>
                    <a:pt x="535" y="989"/>
                    <a:pt x="536" y="993"/>
                  </a:cubicBezTo>
                  <a:cubicBezTo>
                    <a:pt x="537" y="998"/>
                    <a:pt x="541" y="1013"/>
                    <a:pt x="542" y="1019"/>
                  </a:cubicBezTo>
                  <a:cubicBezTo>
                    <a:pt x="544" y="1025"/>
                    <a:pt x="542" y="1026"/>
                    <a:pt x="538" y="1030"/>
                  </a:cubicBezTo>
                  <a:cubicBezTo>
                    <a:pt x="527" y="1037"/>
                    <a:pt x="494" y="1048"/>
                    <a:pt x="468" y="1048"/>
                  </a:cubicBezTo>
                  <a:cubicBezTo>
                    <a:pt x="398" y="1048"/>
                    <a:pt x="362" y="988"/>
                    <a:pt x="362" y="910"/>
                  </a:cubicBezTo>
                  <a:cubicBezTo>
                    <a:pt x="362" y="833"/>
                    <a:pt x="400" y="771"/>
                    <a:pt x="466" y="771"/>
                  </a:cubicBezTo>
                  <a:moveTo>
                    <a:pt x="219" y="525"/>
                  </a:moveTo>
                  <a:cubicBezTo>
                    <a:pt x="219" y="449"/>
                    <a:pt x="236" y="387"/>
                    <a:pt x="322" y="387"/>
                  </a:cubicBezTo>
                  <a:cubicBezTo>
                    <a:pt x="408" y="387"/>
                    <a:pt x="425" y="449"/>
                    <a:pt x="425" y="525"/>
                  </a:cubicBezTo>
                  <a:cubicBezTo>
                    <a:pt x="425" y="601"/>
                    <a:pt x="408" y="663"/>
                    <a:pt x="322" y="663"/>
                  </a:cubicBezTo>
                  <a:cubicBezTo>
                    <a:pt x="236" y="663"/>
                    <a:pt x="219" y="601"/>
                    <a:pt x="219" y="525"/>
                  </a:cubicBezTo>
                  <a:moveTo>
                    <a:pt x="260" y="525"/>
                  </a:moveTo>
                  <a:cubicBezTo>
                    <a:pt x="260" y="589"/>
                    <a:pt x="271" y="627"/>
                    <a:pt x="322" y="627"/>
                  </a:cubicBezTo>
                  <a:cubicBezTo>
                    <a:pt x="373" y="627"/>
                    <a:pt x="384" y="589"/>
                    <a:pt x="384" y="525"/>
                  </a:cubicBezTo>
                  <a:cubicBezTo>
                    <a:pt x="384" y="461"/>
                    <a:pt x="373" y="423"/>
                    <a:pt x="322" y="423"/>
                  </a:cubicBezTo>
                  <a:cubicBezTo>
                    <a:pt x="271" y="423"/>
                    <a:pt x="260" y="461"/>
                    <a:pt x="260" y="525"/>
                  </a:cubicBezTo>
                  <a:moveTo>
                    <a:pt x="706" y="391"/>
                  </a:moveTo>
                  <a:cubicBezTo>
                    <a:pt x="671" y="391"/>
                    <a:pt x="671" y="391"/>
                    <a:pt x="671" y="391"/>
                  </a:cubicBezTo>
                  <a:cubicBezTo>
                    <a:pt x="663" y="391"/>
                    <a:pt x="661" y="397"/>
                    <a:pt x="661" y="397"/>
                  </a:cubicBezTo>
                  <a:cubicBezTo>
                    <a:pt x="599" y="574"/>
                    <a:pt x="599" y="574"/>
                    <a:pt x="599" y="574"/>
                  </a:cubicBezTo>
                  <a:cubicBezTo>
                    <a:pt x="536" y="397"/>
                    <a:pt x="536" y="397"/>
                    <a:pt x="536" y="397"/>
                  </a:cubicBezTo>
                  <a:cubicBezTo>
                    <a:pt x="536" y="397"/>
                    <a:pt x="535" y="391"/>
                    <a:pt x="527" y="391"/>
                  </a:cubicBezTo>
                  <a:cubicBezTo>
                    <a:pt x="491" y="391"/>
                    <a:pt x="491" y="391"/>
                    <a:pt x="491" y="391"/>
                  </a:cubicBezTo>
                  <a:cubicBezTo>
                    <a:pt x="483" y="391"/>
                    <a:pt x="484" y="398"/>
                    <a:pt x="484" y="398"/>
                  </a:cubicBezTo>
                  <a:cubicBezTo>
                    <a:pt x="474" y="652"/>
                    <a:pt x="474" y="652"/>
                    <a:pt x="474" y="652"/>
                  </a:cubicBezTo>
                  <a:cubicBezTo>
                    <a:pt x="474" y="652"/>
                    <a:pt x="474" y="659"/>
                    <a:pt x="482" y="659"/>
                  </a:cubicBezTo>
                  <a:cubicBezTo>
                    <a:pt x="508" y="659"/>
                    <a:pt x="508" y="659"/>
                    <a:pt x="508" y="659"/>
                  </a:cubicBezTo>
                  <a:cubicBezTo>
                    <a:pt x="515" y="659"/>
                    <a:pt x="515" y="652"/>
                    <a:pt x="515" y="652"/>
                  </a:cubicBezTo>
                  <a:cubicBezTo>
                    <a:pt x="519" y="457"/>
                    <a:pt x="519" y="457"/>
                    <a:pt x="519" y="457"/>
                  </a:cubicBezTo>
                  <a:cubicBezTo>
                    <a:pt x="577" y="616"/>
                    <a:pt x="577" y="616"/>
                    <a:pt x="577" y="616"/>
                  </a:cubicBezTo>
                  <a:cubicBezTo>
                    <a:pt x="577" y="616"/>
                    <a:pt x="579" y="622"/>
                    <a:pt x="587" y="622"/>
                  </a:cubicBezTo>
                  <a:cubicBezTo>
                    <a:pt x="599" y="622"/>
                    <a:pt x="599" y="622"/>
                    <a:pt x="599" y="622"/>
                  </a:cubicBezTo>
                  <a:cubicBezTo>
                    <a:pt x="611" y="622"/>
                    <a:pt x="611" y="622"/>
                    <a:pt x="611" y="622"/>
                  </a:cubicBezTo>
                  <a:cubicBezTo>
                    <a:pt x="618" y="622"/>
                    <a:pt x="620" y="616"/>
                    <a:pt x="620" y="616"/>
                  </a:cubicBezTo>
                  <a:cubicBezTo>
                    <a:pt x="678" y="457"/>
                    <a:pt x="678" y="457"/>
                    <a:pt x="678" y="457"/>
                  </a:cubicBezTo>
                  <a:cubicBezTo>
                    <a:pt x="683" y="652"/>
                    <a:pt x="683" y="652"/>
                    <a:pt x="683" y="652"/>
                  </a:cubicBezTo>
                  <a:cubicBezTo>
                    <a:pt x="683" y="652"/>
                    <a:pt x="682" y="659"/>
                    <a:pt x="690" y="659"/>
                  </a:cubicBezTo>
                  <a:cubicBezTo>
                    <a:pt x="716" y="659"/>
                    <a:pt x="716" y="659"/>
                    <a:pt x="716" y="659"/>
                  </a:cubicBezTo>
                  <a:cubicBezTo>
                    <a:pt x="723" y="659"/>
                    <a:pt x="723" y="652"/>
                    <a:pt x="723" y="652"/>
                  </a:cubicBezTo>
                  <a:cubicBezTo>
                    <a:pt x="713" y="398"/>
                    <a:pt x="713" y="398"/>
                    <a:pt x="713" y="398"/>
                  </a:cubicBezTo>
                  <a:cubicBezTo>
                    <a:pt x="713" y="398"/>
                    <a:pt x="714" y="391"/>
                    <a:pt x="706" y="391"/>
                  </a:cubicBezTo>
                  <a:moveTo>
                    <a:pt x="1016" y="391"/>
                  </a:moveTo>
                  <a:cubicBezTo>
                    <a:pt x="980" y="391"/>
                    <a:pt x="980" y="391"/>
                    <a:pt x="980" y="391"/>
                  </a:cubicBezTo>
                  <a:cubicBezTo>
                    <a:pt x="972" y="391"/>
                    <a:pt x="971" y="397"/>
                    <a:pt x="971" y="397"/>
                  </a:cubicBezTo>
                  <a:cubicBezTo>
                    <a:pt x="908" y="574"/>
                    <a:pt x="908" y="574"/>
                    <a:pt x="908" y="574"/>
                  </a:cubicBezTo>
                  <a:cubicBezTo>
                    <a:pt x="846" y="397"/>
                    <a:pt x="846" y="397"/>
                    <a:pt x="846" y="397"/>
                  </a:cubicBezTo>
                  <a:cubicBezTo>
                    <a:pt x="846" y="397"/>
                    <a:pt x="844" y="391"/>
                    <a:pt x="836" y="391"/>
                  </a:cubicBezTo>
                  <a:cubicBezTo>
                    <a:pt x="801" y="391"/>
                    <a:pt x="801" y="391"/>
                    <a:pt x="801" y="391"/>
                  </a:cubicBezTo>
                  <a:cubicBezTo>
                    <a:pt x="793" y="391"/>
                    <a:pt x="794" y="398"/>
                    <a:pt x="794" y="398"/>
                  </a:cubicBezTo>
                  <a:cubicBezTo>
                    <a:pt x="784" y="652"/>
                    <a:pt x="784" y="652"/>
                    <a:pt x="784" y="652"/>
                  </a:cubicBezTo>
                  <a:cubicBezTo>
                    <a:pt x="784" y="652"/>
                    <a:pt x="784" y="659"/>
                    <a:pt x="791" y="659"/>
                  </a:cubicBezTo>
                  <a:cubicBezTo>
                    <a:pt x="817" y="659"/>
                    <a:pt x="817" y="659"/>
                    <a:pt x="817" y="659"/>
                  </a:cubicBezTo>
                  <a:cubicBezTo>
                    <a:pt x="825" y="659"/>
                    <a:pt x="824" y="652"/>
                    <a:pt x="824" y="652"/>
                  </a:cubicBezTo>
                  <a:cubicBezTo>
                    <a:pt x="829" y="457"/>
                    <a:pt x="829" y="457"/>
                    <a:pt x="829" y="457"/>
                  </a:cubicBezTo>
                  <a:cubicBezTo>
                    <a:pt x="887" y="616"/>
                    <a:pt x="887" y="616"/>
                    <a:pt x="887" y="616"/>
                  </a:cubicBezTo>
                  <a:cubicBezTo>
                    <a:pt x="887" y="616"/>
                    <a:pt x="889" y="622"/>
                    <a:pt x="896" y="622"/>
                  </a:cubicBezTo>
                  <a:cubicBezTo>
                    <a:pt x="908" y="622"/>
                    <a:pt x="908" y="622"/>
                    <a:pt x="908" y="622"/>
                  </a:cubicBezTo>
                  <a:cubicBezTo>
                    <a:pt x="920" y="622"/>
                    <a:pt x="920" y="622"/>
                    <a:pt x="920" y="622"/>
                  </a:cubicBezTo>
                  <a:cubicBezTo>
                    <a:pt x="928" y="622"/>
                    <a:pt x="930" y="616"/>
                    <a:pt x="930" y="616"/>
                  </a:cubicBezTo>
                  <a:cubicBezTo>
                    <a:pt x="988" y="457"/>
                    <a:pt x="988" y="457"/>
                    <a:pt x="988" y="457"/>
                  </a:cubicBezTo>
                  <a:cubicBezTo>
                    <a:pt x="992" y="652"/>
                    <a:pt x="992" y="652"/>
                    <a:pt x="992" y="652"/>
                  </a:cubicBezTo>
                  <a:cubicBezTo>
                    <a:pt x="992" y="652"/>
                    <a:pt x="992" y="659"/>
                    <a:pt x="999" y="659"/>
                  </a:cubicBezTo>
                  <a:cubicBezTo>
                    <a:pt x="1025" y="659"/>
                    <a:pt x="1025" y="659"/>
                    <a:pt x="1025" y="659"/>
                  </a:cubicBezTo>
                  <a:cubicBezTo>
                    <a:pt x="1033" y="659"/>
                    <a:pt x="1032" y="652"/>
                    <a:pt x="1032" y="652"/>
                  </a:cubicBezTo>
                  <a:cubicBezTo>
                    <a:pt x="1023" y="398"/>
                    <a:pt x="1023" y="398"/>
                    <a:pt x="1023" y="398"/>
                  </a:cubicBezTo>
                  <a:cubicBezTo>
                    <a:pt x="1023" y="398"/>
                    <a:pt x="1024" y="391"/>
                    <a:pt x="1016" y="391"/>
                  </a:cubicBezTo>
                  <a:moveTo>
                    <a:pt x="1753" y="525"/>
                  </a:moveTo>
                  <a:cubicBezTo>
                    <a:pt x="1753" y="449"/>
                    <a:pt x="1771" y="387"/>
                    <a:pt x="1857" y="387"/>
                  </a:cubicBezTo>
                  <a:cubicBezTo>
                    <a:pt x="1943" y="387"/>
                    <a:pt x="1960" y="449"/>
                    <a:pt x="1960" y="525"/>
                  </a:cubicBezTo>
                  <a:cubicBezTo>
                    <a:pt x="1960" y="601"/>
                    <a:pt x="1943" y="663"/>
                    <a:pt x="1857" y="663"/>
                  </a:cubicBezTo>
                  <a:cubicBezTo>
                    <a:pt x="1771" y="663"/>
                    <a:pt x="1753" y="601"/>
                    <a:pt x="1753" y="525"/>
                  </a:cubicBezTo>
                  <a:moveTo>
                    <a:pt x="1795" y="525"/>
                  </a:moveTo>
                  <a:cubicBezTo>
                    <a:pt x="1795" y="589"/>
                    <a:pt x="1806" y="627"/>
                    <a:pt x="1857" y="627"/>
                  </a:cubicBezTo>
                  <a:cubicBezTo>
                    <a:pt x="1908" y="627"/>
                    <a:pt x="1919" y="589"/>
                    <a:pt x="1919" y="525"/>
                  </a:cubicBezTo>
                  <a:cubicBezTo>
                    <a:pt x="1919" y="461"/>
                    <a:pt x="1908" y="423"/>
                    <a:pt x="1857" y="423"/>
                  </a:cubicBezTo>
                  <a:cubicBezTo>
                    <a:pt x="1806" y="423"/>
                    <a:pt x="1795" y="461"/>
                    <a:pt x="1795" y="525"/>
                  </a:cubicBezTo>
                  <a:moveTo>
                    <a:pt x="2174" y="659"/>
                  </a:moveTo>
                  <a:cubicBezTo>
                    <a:pt x="2170" y="659"/>
                    <a:pt x="2165" y="656"/>
                    <a:pt x="2163" y="653"/>
                  </a:cubicBezTo>
                  <a:cubicBezTo>
                    <a:pt x="2050" y="468"/>
                    <a:pt x="2050" y="468"/>
                    <a:pt x="2050" y="468"/>
                  </a:cubicBezTo>
                  <a:cubicBezTo>
                    <a:pt x="2051" y="652"/>
                    <a:pt x="2051" y="652"/>
                    <a:pt x="2051" y="652"/>
                  </a:cubicBezTo>
                  <a:cubicBezTo>
                    <a:pt x="2051" y="656"/>
                    <a:pt x="2048" y="659"/>
                    <a:pt x="2044" y="659"/>
                  </a:cubicBezTo>
                  <a:cubicBezTo>
                    <a:pt x="2018" y="659"/>
                    <a:pt x="2018" y="659"/>
                    <a:pt x="2018" y="659"/>
                  </a:cubicBezTo>
                  <a:cubicBezTo>
                    <a:pt x="2014" y="659"/>
                    <a:pt x="2011" y="656"/>
                    <a:pt x="2011" y="652"/>
                  </a:cubicBezTo>
                  <a:cubicBezTo>
                    <a:pt x="2011" y="398"/>
                    <a:pt x="2011" y="398"/>
                    <a:pt x="2011" y="398"/>
                  </a:cubicBezTo>
                  <a:cubicBezTo>
                    <a:pt x="2011" y="394"/>
                    <a:pt x="2014" y="391"/>
                    <a:pt x="2018" y="391"/>
                  </a:cubicBezTo>
                  <a:cubicBezTo>
                    <a:pt x="2041" y="391"/>
                    <a:pt x="2041" y="391"/>
                    <a:pt x="2041" y="391"/>
                  </a:cubicBezTo>
                  <a:cubicBezTo>
                    <a:pt x="2045" y="391"/>
                    <a:pt x="2049" y="394"/>
                    <a:pt x="2051" y="397"/>
                  </a:cubicBezTo>
                  <a:cubicBezTo>
                    <a:pt x="2164" y="581"/>
                    <a:pt x="2164" y="581"/>
                    <a:pt x="2164" y="581"/>
                  </a:cubicBezTo>
                  <a:cubicBezTo>
                    <a:pt x="2163" y="398"/>
                    <a:pt x="2163" y="398"/>
                    <a:pt x="2163" y="398"/>
                  </a:cubicBezTo>
                  <a:cubicBezTo>
                    <a:pt x="2163" y="394"/>
                    <a:pt x="2166" y="391"/>
                    <a:pt x="2170" y="391"/>
                  </a:cubicBezTo>
                  <a:cubicBezTo>
                    <a:pt x="2196" y="391"/>
                    <a:pt x="2196" y="391"/>
                    <a:pt x="2196" y="391"/>
                  </a:cubicBezTo>
                  <a:cubicBezTo>
                    <a:pt x="2200" y="391"/>
                    <a:pt x="2203" y="394"/>
                    <a:pt x="2203" y="398"/>
                  </a:cubicBezTo>
                  <a:cubicBezTo>
                    <a:pt x="2203" y="652"/>
                    <a:pt x="2203" y="652"/>
                    <a:pt x="2203" y="652"/>
                  </a:cubicBezTo>
                  <a:cubicBezTo>
                    <a:pt x="2203" y="656"/>
                    <a:pt x="2200" y="659"/>
                    <a:pt x="2196" y="659"/>
                  </a:cubicBezTo>
                  <a:lnTo>
                    <a:pt x="2174" y="659"/>
                  </a:lnTo>
                  <a:close/>
                  <a:moveTo>
                    <a:pt x="1710" y="4"/>
                  </a:moveTo>
                  <a:cubicBezTo>
                    <a:pt x="1714" y="4"/>
                    <a:pt x="1716" y="7"/>
                    <a:pt x="1715" y="11"/>
                  </a:cubicBezTo>
                  <a:cubicBezTo>
                    <a:pt x="1634" y="269"/>
                    <a:pt x="1634" y="269"/>
                    <a:pt x="1634" y="269"/>
                  </a:cubicBezTo>
                  <a:cubicBezTo>
                    <a:pt x="1633" y="273"/>
                    <a:pt x="1629" y="276"/>
                    <a:pt x="1625" y="276"/>
                  </a:cubicBezTo>
                  <a:cubicBezTo>
                    <a:pt x="1598" y="276"/>
                    <a:pt x="1598" y="276"/>
                    <a:pt x="1598" y="276"/>
                  </a:cubicBezTo>
                  <a:cubicBezTo>
                    <a:pt x="1594" y="276"/>
                    <a:pt x="1590" y="273"/>
                    <a:pt x="1589" y="269"/>
                  </a:cubicBezTo>
                  <a:cubicBezTo>
                    <a:pt x="1508" y="11"/>
                    <a:pt x="1508" y="11"/>
                    <a:pt x="1508" y="11"/>
                  </a:cubicBezTo>
                  <a:cubicBezTo>
                    <a:pt x="1507" y="7"/>
                    <a:pt x="1509" y="4"/>
                    <a:pt x="1513" y="4"/>
                  </a:cubicBezTo>
                  <a:cubicBezTo>
                    <a:pt x="1543" y="4"/>
                    <a:pt x="1543" y="4"/>
                    <a:pt x="1543" y="4"/>
                  </a:cubicBezTo>
                  <a:cubicBezTo>
                    <a:pt x="1547" y="4"/>
                    <a:pt x="1551" y="7"/>
                    <a:pt x="1552" y="11"/>
                  </a:cubicBezTo>
                  <a:cubicBezTo>
                    <a:pt x="1612" y="215"/>
                    <a:pt x="1612" y="215"/>
                    <a:pt x="1612" y="215"/>
                  </a:cubicBezTo>
                  <a:cubicBezTo>
                    <a:pt x="1672" y="11"/>
                    <a:pt x="1672" y="11"/>
                    <a:pt x="1672" y="11"/>
                  </a:cubicBezTo>
                  <a:cubicBezTo>
                    <a:pt x="1673" y="7"/>
                    <a:pt x="1677" y="4"/>
                    <a:pt x="1681" y="4"/>
                  </a:cubicBezTo>
                  <a:lnTo>
                    <a:pt x="1710" y="4"/>
                  </a:lnTo>
                  <a:close/>
                  <a:moveTo>
                    <a:pt x="211" y="777"/>
                  </a:moveTo>
                  <a:cubicBezTo>
                    <a:pt x="215" y="777"/>
                    <a:pt x="217" y="780"/>
                    <a:pt x="216" y="784"/>
                  </a:cubicBezTo>
                  <a:cubicBezTo>
                    <a:pt x="135" y="1042"/>
                    <a:pt x="135" y="1042"/>
                    <a:pt x="135" y="1042"/>
                  </a:cubicBezTo>
                  <a:cubicBezTo>
                    <a:pt x="134" y="1046"/>
                    <a:pt x="130" y="1049"/>
                    <a:pt x="126" y="1049"/>
                  </a:cubicBezTo>
                  <a:cubicBezTo>
                    <a:pt x="99" y="1049"/>
                    <a:pt x="99" y="1049"/>
                    <a:pt x="99" y="1049"/>
                  </a:cubicBezTo>
                  <a:cubicBezTo>
                    <a:pt x="96" y="1049"/>
                    <a:pt x="91" y="1046"/>
                    <a:pt x="90" y="1042"/>
                  </a:cubicBezTo>
                  <a:cubicBezTo>
                    <a:pt x="9" y="784"/>
                    <a:pt x="9" y="784"/>
                    <a:pt x="9" y="784"/>
                  </a:cubicBezTo>
                  <a:cubicBezTo>
                    <a:pt x="8" y="780"/>
                    <a:pt x="10" y="777"/>
                    <a:pt x="14" y="777"/>
                  </a:cubicBezTo>
                  <a:cubicBezTo>
                    <a:pt x="44" y="777"/>
                    <a:pt x="44" y="777"/>
                    <a:pt x="44" y="777"/>
                  </a:cubicBezTo>
                  <a:cubicBezTo>
                    <a:pt x="48" y="777"/>
                    <a:pt x="52" y="780"/>
                    <a:pt x="53" y="784"/>
                  </a:cubicBezTo>
                  <a:cubicBezTo>
                    <a:pt x="113" y="988"/>
                    <a:pt x="113" y="988"/>
                    <a:pt x="113" y="988"/>
                  </a:cubicBezTo>
                  <a:cubicBezTo>
                    <a:pt x="173" y="784"/>
                    <a:pt x="173" y="784"/>
                    <a:pt x="173" y="784"/>
                  </a:cubicBezTo>
                  <a:cubicBezTo>
                    <a:pt x="174" y="780"/>
                    <a:pt x="178" y="777"/>
                    <a:pt x="182" y="777"/>
                  </a:cubicBezTo>
                  <a:lnTo>
                    <a:pt x="211" y="777"/>
                  </a:lnTo>
                  <a:close/>
                  <a:moveTo>
                    <a:pt x="685" y="814"/>
                  </a:moveTo>
                  <a:cubicBezTo>
                    <a:pt x="685" y="1038"/>
                    <a:pt x="685" y="1038"/>
                    <a:pt x="685" y="1038"/>
                  </a:cubicBezTo>
                  <a:cubicBezTo>
                    <a:pt x="685" y="1042"/>
                    <a:pt x="681" y="1045"/>
                    <a:pt x="677" y="1045"/>
                  </a:cubicBezTo>
                  <a:cubicBezTo>
                    <a:pt x="652" y="1045"/>
                    <a:pt x="652" y="1045"/>
                    <a:pt x="652" y="1045"/>
                  </a:cubicBezTo>
                  <a:cubicBezTo>
                    <a:pt x="648" y="1045"/>
                    <a:pt x="644" y="1042"/>
                    <a:pt x="644" y="1038"/>
                  </a:cubicBezTo>
                  <a:cubicBezTo>
                    <a:pt x="644" y="814"/>
                    <a:pt x="644" y="814"/>
                    <a:pt x="644" y="814"/>
                  </a:cubicBezTo>
                  <a:cubicBezTo>
                    <a:pt x="582" y="814"/>
                    <a:pt x="582" y="814"/>
                    <a:pt x="582" y="814"/>
                  </a:cubicBezTo>
                  <a:cubicBezTo>
                    <a:pt x="578" y="814"/>
                    <a:pt x="575" y="811"/>
                    <a:pt x="575" y="807"/>
                  </a:cubicBezTo>
                  <a:cubicBezTo>
                    <a:pt x="575" y="784"/>
                    <a:pt x="575" y="784"/>
                    <a:pt x="575" y="784"/>
                  </a:cubicBezTo>
                  <a:cubicBezTo>
                    <a:pt x="575" y="780"/>
                    <a:pt x="578" y="777"/>
                    <a:pt x="582" y="777"/>
                  </a:cubicBezTo>
                  <a:cubicBezTo>
                    <a:pt x="747" y="777"/>
                    <a:pt x="747" y="777"/>
                    <a:pt x="747" y="777"/>
                  </a:cubicBezTo>
                  <a:cubicBezTo>
                    <a:pt x="751" y="777"/>
                    <a:pt x="754" y="780"/>
                    <a:pt x="754" y="784"/>
                  </a:cubicBezTo>
                  <a:cubicBezTo>
                    <a:pt x="754" y="807"/>
                    <a:pt x="754" y="807"/>
                    <a:pt x="754" y="807"/>
                  </a:cubicBezTo>
                  <a:cubicBezTo>
                    <a:pt x="754" y="811"/>
                    <a:pt x="751" y="814"/>
                    <a:pt x="747" y="814"/>
                  </a:cubicBezTo>
                  <a:lnTo>
                    <a:pt x="685" y="814"/>
                  </a:lnTo>
                  <a:close/>
                  <a:moveTo>
                    <a:pt x="781" y="911"/>
                  </a:moveTo>
                  <a:cubicBezTo>
                    <a:pt x="781" y="835"/>
                    <a:pt x="798" y="773"/>
                    <a:pt x="884" y="773"/>
                  </a:cubicBezTo>
                  <a:cubicBezTo>
                    <a:pt x="970" y="773"/>
                    <a:pt x="988" y="835"/>
                    <a:pt x="988" y="911"/>
                  </a:cubicBezTo>
                  <a:cubicBezTo>
                    <a:pt x="988" y="987"/>
                    <a:pt x="970" y="1050"/>
                    <a:pt x="884" y="1050"/>
                  </a:cubicBezTo>
                  <a:cubicBezTo>
                    <a:pt x="798" y="1050"/>
                    <a:pt x="781" y="987"/>
                    <a:pt x="781" y="911"/>
                  </a:cubicBezTo>
                  <a:moveTo>
                    <a:pt x="822" y="911"/>
                  </a:moveTo>
                  <a:cubicBezTo>
                    <a:pt x="822" y="975"/>
                    <a:pt x="833" y="1013"/>
                    <a:pt x="884" y="1013"/>
                  </a:cubicBezTo>
                  <a:cubicBezTo>
                    <a:pt x="935" y="1013"/>
                    <a:pt x="946" y="975"/>
                    <a:pt x="946" y="911"/>
                  </a:cubicBezTo>
                  <a:cubicBezTo>
                    <a:pt x="946" y="848"/>
                    <a:pt x="935" y="809"/>
                    <a:pt x="884" y="809"/>
                  </a:cubicBezTo>
                  <a:cubicBezTo>
                    <a:pt x="833" y="809"/>
                    <a:pt x="822" y="848"/>
                    <a:pt x="822" y="911"/>
                  </a:cubicBezTo>
                  <a:moveTo>
                    <a:pt x="242" y="272"/>
                  </a:moveTo>
                  <a:cubicBezTo>
                    <a:pt x="239" y="272"/>
                    <a:pt x="235" y="269"/>
                    <a:pt x="235" y="265"/>
                  </a:cubicBezTo>
                  <a:cubicBezTo>
                    <a:pt x="235" y="11"/>
                    <a:pt x="235" y="11"/>
                    <a:pt x="235" y="11"/>
                  </a:cubicBezTo>
                  <a:cubicBezTo>
                    <a:pt x="235" y="7"/>
                    <a:pt x="239" y="4"/>
                    <a:pt x="242" y="4"/>
                  </a:cubicBezTo>
                  <a:cubicBezTo>
                    <a:pt x="268" y="4"/>
                    <a:pt x="268" y="4"/>
                    <a:pt x="268" y="4"/>
                  </a:cubicBezTo>
                  <a:cubicBezTo>
                    <a:pt x="272" y="4"/>
                    <a:pt x="275" y="7"/>
                    <a:pt x="275" y="11"/>
                  </a:cubicBezTo>
                  <a:cubicBezTo>
                    <a:pt x="275" y="265"/>
                    <a:pt x="275" y="265"/>
                    <a:pt x="275" y="265"/>
                  </a:cubicBezTo>
                  <a:cubicBezTo>
                    <a:pt x="275" y="269"/>
                    <a:pt x="272" y="272"/>
                    <a:pt x="268" y="272"/>
                  </a:cubicBezTo>
                  <a:lnTo>
                    <a:pt x="242" y="272"/>
                  </a:lnTo>
                  <a:close/>
                  <a:moveTo>
                    <a:pt x="1106" y="659"/>
                  </a:moveTo>
                  <a:cubicBezTo>
                    <a:pt x="1102" y="659"/>
                    <a:pt x="1099" y="656"/>
                    <a:pt x="1099" y="652"/>
                  </a:cubicBezTo>
                  <a:cubicBezTo>
                    <a:pt x="1099" y="398"/>
                    <a:pt x="1099" y="398"/>
                    <a:pt x="1099" y="398"/>
                  </a:cubicBezTo>
                  <a:cubicBezTo>
                    <a:pt x="1099" y="394"/>
                    <a:pt x="1102" y="391"/>
                    <a:pt x="1106" y="391"/>
                  </a:cubicBezTo>
                  <a:cubicBezTo>
                    <a:pt x="1132" y="391"/>
                    <a:pt x="1132" y="391"/>
                    <a:pt x="1132" y="391"/>
                  </a:cubicBezTo>
                  <a:cubicBezTo>
                    <a:pt x="1136" y="391"/>
                    <a:pt x="1139" y="394"/>
                    <a:pt x="1139" y="398"/>
                  </a:cubicBezTo>
                  <a:cubicBezTo>
                    <a:pt x="1139" y="652"/>
                    <a:pt x="1139" y="652"/>
                    <a:pt x="1139" y="652"/>
                  </a:cubicBezTo>
                  <a:cubicBezTo>
                    <a:pt x="1139" y="656"/>
                    <a:pt x="1136" y="659"/>
                    <a:pt x="1132" y="659"/>
                  </a:cubicBezTo>
                  <a:lnTo>
                    <a:pt x="1106" y="659"/>
                  </a:lnTo>
                  <a:close/>
                  <a:moveTo>
                    <a:pt x="1287" y="1045"/>
                  </a:moveTo>
                  <a:cubicBezTo>
                    <a:pt x="1283" y="1045"/>
                    <a:pt x="1280" y="1042"/>
                    <a:pt x="1280" y="1038"/>
                  </a:cubicBezTo>
                  <a:cubicBezTo>
                    <a:pt x="1280" y="784"/>
                    <a:pt x="1280" y="784"/>
                    <a:pt x="1280" y="784"/>
                  </a:cubicBezTo>
                  <a:cubicBezTo>
                    <a:pt x="1280" y="780"/>
                    <a:pt x="1283" y="777"/>
                    <a:pt x="1287" y="777"/>
                  </a:cubicBezTo>
                  <a:cubicBezTo>
                    <a:pt x="1313" y="777"/>
                    <a:pt x="1313" y="777"/>
                    <a:pt x="1313" y="777"/>
                  </a:cubicBezTo>
                  <a:cubicBezTo>
                    <a:pt x="1317" y="777"/>
                    <a:pt x="1320" y="780"/>
                    <a:pt x="1320" y="784"/>
                  </a:cubicBezTo>
                  <a:cubicBezTo>
                    <a:pt x="1320" y="1038"/>
                    <a:pt x="1320" y="1038"/>
                    <a:pt x="1320" y="1038"/>
                  </a:cubicBezTo>
                  <a:cubicBezTo>
                    <a:pt x="1320" y="1042"/>
                    <a:pt x="1317" y="1045"/>
                    <a:pt x="1313" y="1045"/>
                  </a:cubicBezTo>
                  <a:lnTo>
                    <a:pt x="1287" y="1045"/>
                  </a:lnTo>
                  <a:close/>
                  <a:moveTo>
                    <a:pt x="272" y="1045"/>
                  </a:moveTo>
                  <a:cubicBezTo>
                    <a:pt x="269" y="1045"/>
                    <a:pt x="265" y="1042"/>
                    <a:pt x="265" y="1038"/>
                  </a:cubicBezTo>
                  <a:cubicBezTo>
                    <a:pt x="265" y="784"/>
                    <a:pt x="265" y="784"/>
                    <a:pt x="265" y="784"/>
                  </a:cubicBezTo>
                  <a:cubicBezTo>
                    <a:pt x="265" y="780"/>
                    <a:pt x="269" y="777"/>
                    <a:pt x="272" y="777"/>
                  </a:cubicBezTo>
                  <a:cubicBezTo>
                    <a:pt x="298" y="777"/>
                    <a:pt x="298" y="777"/>
                    <a:pt x="298" y="777"/>
                  </a:cubicBezTo>
                  <a:cubicBezTo>
                    <a:pt x="302" y="777"/>
                    <a:pt x="305" y="780"/>
                    <a:pt x="305" y="784"/>
                  </a:cubicBezTo>
                  <a:cubicBezTo>
                    <a:pt x="305" y="1038"/>
                    <a:pt x="305" y="1038"/>
                    <a:pt x="305" y="1038"/>
                  </a:cubicBezTo>
                  <a:cubicBezTo>
                    <a:pt x="305" y="1042"/>
                    <a:pt x="302" y="1045"/>
                    <a:pt x="298" y="1045"/>
                  </a:cubicBezTo>
                  <a:lnTo>
                    <a:pt x="272" y="1045"/>
                  </a:lnTo>
                  <a:close/>
                  <a:moveTo>
                    <a:pt x="1664" y="659"/>
                  </a:moveTo>
                  <a:cubicBezTo>
                    <a:pt x="1660" y="659"/>
                    <a:pt x="1657" y="656"/>
                    <a:pt x="1657" y="652"/>
                  </a:cubicBezTo>
                  <a:cubicBezTo>
                    <a:pt x="1657" y="398"/>
                    <a:pt x="1657" y="398"/>
                    <a:pt x="1657" y="398"/>
                  </a:cubicBezTo>
                  <a:cubicBezTo>
                    <a:pt x="1657" y="394"/>
                    <a:pt x="1660" y="391"/>
                    <a:pt x="1664" y="391"/>
                  </a:cubicBezTo>
                  <a:cubicBezTo>
                    <a:pt x="1690" y="391"/>
                    <a:pt x="1690" y="391"/>
                    <a:pt x="1690" y="391"/>
                  </a:cubicBezTo>
                  <a:cubicBezTo>
                    <a:pt x="1693" y="391"/>
                    <a:pt x="1697" y="394"/>
                    <a:pt x="1697" y="398"/>
                  </a:cubicBezTo>
                  <a:cubicBezTo>
                    <a:pt x="1697" y="652"/>
                    <a:pt x="1697" y="652"/>
                    <a:pt x="1697" y="652"/>
                  </a:cubicBezTo>
                  <a:cubicBezTo>
                    <a:pt x="1697" y="656"/>
                    <a:pt x="1693" y="659"/>
                    <a:pt x="1690" y="659"/>
                  </a:cubicBezTo>
                  <a:lnTo>
                    <a:pt x="1664" y="659"/>
                  </a:lnTo>
                  <a:close/>
                  <a:moveTo>
                    <a:pt x="1773" y="272"/>
                  </a:moveTo>
                  <a:cubicBezTo>
                    <a:pt x="1769" y="272"/>
                    <a:pt x="1766" y="269"/>
                    <a:pt x="1766" y="265"/>
                  </a:cubicBezTo>
                  <a:cubicBezTo>
                    <a:pt x="1766" y="11"/>
                    <a:pt x="1766" y="11"/>
                    <a:pt x="1766" y="11"/>
                  </a:cubicBezTo>
                  <a:cubicBezTo>
                    <a:pt x="1766" y="7"/>
                    <a:pt x="1769" y="4"/>
                    <a:pt x="1773" y="4"/>
                  </a:cubicBezTo>
                  <a:cubicBezTo>
                    <a:pt x="1799" y="4"/>
                    <a:pt x="1799" y="4"/>
                    <a:pt x="1799" y="4"/>
                  </a:cubicBezTo>
                  <a:cubicBezTo>
                    <a:pt x="1803" y="4"/>
                    <a:pt x="1806" y="7"/>
                    <a:pt x="1806" y="11"/>
                  </a:cubicBezTo>
                  <a:cubicBezTo>
                    <a:pt x="1806" y="265"/>
                    <a:pt x="1806" y="265"/>
                    <a:pt x="1806" y="265"/>
                  </a:cubicBezTo>
                  <a:cubicBezTo>
                    <a:pt x="1806" y="269"/>
                    <a:pt x="1803" y="272"/>
                    <a:pt x="1799" y="272"/>
                  </a:cubicBezTo>
                  <a:lnTo>
                    <a:pt x="1773" y="272"/>
                  </a:lnTo>
                  <a:close/>
                  <a:moveTo>
                    <a:pt x="1580" y="1039"/>
                  </a:moveTo>
                  <a:cubicBezTo>
                    <a:pt x="1499" y="781"/>
                    <a:pt x="1499" y="781"/>
                    <a:pt x="1499" y="781"/>
                  </a:cubicBezTo>
                  <a:cubicBezTo>
                    <a:pt x="1498" y="777"/>
                    <a:pt x="1493" y="774"/>
                    <a:pt x="1490" y="774"/>
                  </a:cubicBezTo>
                  <a:cubicBezTo>
                    <a:pt x="1463" y="774"/>
                    <a:pt x="1463" y="774"/>
                    <a:pt x="1463" y="774"/>
                  </a:cubicBezTo>
                  <a:cubicBezTo>
                    <a:pt x="1459" y="774"/>
                    <a:pt x="1455" y="777"/>
                    <a:pt x="1454" y="781"/>
                  </a:cubicBezTo>
                  <a:cubicBezTo>
                    <a:pt x="1373" y="1039"/>
                    <a:pt x="1373" y="1039"/>
                    <a:pt x="1373" y="1039"/>
                  </a:cubicBezTo>
                  <a:cubicBezTo>
                    <a:pt x="1372" y="1042"/>
                    <a:pt x="1374" y="1045"/>
                    <a:pt x="1378" y="1045"/>
                  </a:cubicBezTo>
                  <a:cubicBezTo>
                    <a:pt x="1407" y="1045"/>
                    <a:pt x="1407" y="1045"/>
                    <a:pt x="1407" y="1045"/>
                  </a:cubicBezTo>
                  <a:cubicBezTo>
                    <a:pt x="1411" y="1045"/>
                    <a:pt x="1415" y="1042"/>
                    <a:pt x="1416" y="1039"/>
                  </a:cubicBezTo>
                  <a:cubicBezTo>
                    <a:pt x="1433" y="980"/>
                    <a:pt x="1433" y="980"/>
                    <a:pt x="1433" y="980"/>
                  </a:cubicBezTo>
                  <a:cubicBezTo>
                    <a:pt x="1519" y="980"/>
                    <a:pt x="1519" y="980"/>
                    <a:pt x="1519" y="980"/>
                  </a:cubicBezTo>
                  <a:cubicBezTo>
                    <a:pt x="1536" y="1039"/>
                    <a:pt x="1536" y="1039"/>
                    <a:pt x="1536" y="1039"/>
                  </a:cubicBezTo>
                  <a:cubicBezTo>
                    <a:pt x="1537" y="1042"/>
                    <a:pt x="1541" y="1045"/>
                    <a:pt x="1545" y="1045"/>
                  </a:cubicBezTo>
                  <a:cubicBezTo>
                    <a:pt x="1575" y="1045"/>
                    <a:pt x="1575" y="1045"/>
                    <a:pt x="1575" y="1045"/>
                  </a:cubicBezTo>
                  <a:cubicBezTo>
                    <a:pt x="1579" y="1045"/>
                    <a:pt x="1581" y="1042"/>
                    <a:pt x="1580" y="1039"/>
                  </a:cubicBezTo>
                  <a:moveTo>
                    <a:pt x="1440" y="947"/>
                  </a:moveTo>
                  <a:cubicBezTo>
                    <a:pt x="1474" y="828"/>
                    <a:pt x="1474" y="828"/>
                    <a:pt x="1474" y="828"/>
                  </a:cubicBezTo>
                  <a:cubicBezTo>
                    <a:pt x="1509" y="947"/>
                    <a:pt x="1509" y="947"/>
                    <a:pt x="1509" y="947"/>
                  </a:cubicBezTo>
                  <a:lnTo>
                    <a:pt x="1440" y="94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AU"/>
            </a:p>
          </p:txBody>
        </p:sp>
      </p:grpSp>
    </p:spTree>
  </p:cSld>
  <p:clrMap bg1="lt1" tx1="dk1" bg2="lt2" tx2="dk2" accent1="accent1" accent2="accent2" accent3="accent3" accent4="accent4" accent5="accent5" accent6="accent6" hlink="hlink" folHlink="folHlink"/>
  <p:sldLayoutIdLst>
    <p:sldLayoutId id="2147483732"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spd="slow">
    <p:wipe dir="r"/>
  </p:transition>
  <p:hf hdr="0" dt="0"/>
  <p:txStyles>
    <p:title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marL="184150" indent="-184150" algn="l" rtl="0" eaLnBrk="0" fontAlgn="base" hangingPunct="0">
        <a:lnSpc>
          <a:spcPct val="107000"/>
        </a:lnSpc>
        <a:spcBef>
          <a:spcPct val="54000"/>
        </a:spcBef>
        <a:spcAft>
          <a:spcPct val="0"/>
        </a:spcAft>
        <a:buFont typeface="Arial Unicode MS" pitchFamily="34" charset="-128"/>
        <a:buChar char="•"/>
        <a:defRPr sz="1400">
          <a:solidFill>
            <a:schemeClr val="tx1"/>
          </a:solidFill>
          <a:latin typeface="+mn-lt"/>
          <a:ea typeface="+mn-ea"/>
          <a:cs typeface="+mn-cs"/>
        </a:defRPr>
      </a:lvl1pPr>
      <a:lvl2pPr marL="360363" indent="-174625" algn="l" rtl="0" eaLnBrk="0" fontAlgn="base" hangingPunct="0">
        <a:lnSpc>
          <a:spcPts val="1800"/>
        </a:lnSpc>
        <a:spcBef>
          <a:spcPts val="900"/>
        </a:spcBef>
        <a:spcAft>
          <a:spcPct val="0"/>
        </a:spcAft>
        <a:buFont typeface="Arial Unicode MS" pitchFamily="34" charset="-128"/>
        <a:buChar char="•"/>
        <a:defRPr sz="1400">
          <a:solidFill>
            <a:schemeClr val="tx1"/>
          </a:solidFill>
          <a:latin typeface="+mn-lt"/>
          <a:cs typeface="+mn-cs"/>
        </a:defRPr>
      </a:lvl2pPr>
      <a:lvl3pPr marL="538163" indent="-176213" algn="l" rtl="0" eaLnBrk="0" fontAlgn="base" hangingPunct="0">
        <a:lnSpc>
          <a:spcPct val="107000"/>
        </a:lnSpc>
        <a:spcBef>
          <a:spcPct val="54000"/>
        </a:spcBef>
        <a:spcAft>
          <a:spcPct val="0"/>
        </a:spcAft>
        <a:buFont typeface="Arial Unicode MS" pitchFamily="34" charset="-128"/>
        <a:buChar char="•"/>
        <a:defRPr sz="1400">
          <a:solidFill>
            <a:schemeClr val="tx1"/>
          </a:solidFill>
          <a:latin typeface="+mn-lt"/>
          <a:cs typeface="+mn-cs"/>
        </a:defRPr>
      </a:lvl3pPr>
      <a:lvl4pPr marL="717550" indent="-177800" algn="l" rtl="0" eaLnBrk="0" fontAlgn="base" hangingPunct="0">
        <a:lnSpc>
          <a:spcPct val="107000"/>
        </a:lnSpc>
        <a:spcBef>
          <a:spcPct val="54000"/>
        </a:spcBef>
        <a:spcAft>
          <a:spcPct val="0"/>
        </a:spcAft>
        <a:buFont typeface="Arial Unicode MS" pitchFamily="34" charset="-128"/>
        <a:buChar char="•"/>
        <a:defRPr sz="1400">
          <a:solidFill>
            <a:schemeClr val="tx1"/>
          </a:solidFill>
          <a:latin typeface="+mn-lt"/>
          <a:cs typeface="+mn-cs"/>
        </a:defRPr>
      </a:lvl4pPr>
      <a:lvl5pPr marL="903288" indent="-184150" algn="l" rtl="0" eaLnBrk="0" fontAlgn="base" hangingPunct="0">
        <a:lnSpc>
          <a:spcPct val="107000"/>
        </a:lnSpc>
        <a:spcBef>
          <a:spcPct val="54000"/>
        </a:spcBef>
        <a:spcAft>
          <a:spcPct val="0"/>
        </a:spcAft>
        <a:buFont typeface="Arial Unicode MS" pitchFamily="34" charset="-128"/>
        <a:buChar char="•"/>
        <a:defRPr sz="1400">
          <a:solidFill>
            <a:schemeClr val="tx1"/>
          </a:solidFill>
          <a:latin typeface="+mn-lt"/>
          <a:cs typeface="+mn-cs"/>
        </a:defRPr>
      </a:lvl5pPr>
      <a:lvl6pPr marL="1360488" indent="-184150" algn="l" rtl="0" fontAlgn="base">
        <a:lnSpc>
          <a:spcPct val="107000"/>
        </a:lnSpc>
        <a:spcBef>
          <a:spcPct val="54000"/>
        </a:spcBef>
        <a:spcAft>
          <a:spcPct val="0"/>
        </a:spcAft>
        <a:buFont typeface="Arial Unicode MS" pitchFamily="34" charset="-128"/>
        <a:buChar char="•"/>
        <a:defRPr sz="1400">
          <a:solidFill>
            <a:schemeClr val="tx1"/>
          </a:solidFill>
          <a:latin typeface="+mn-lt"/>
          <a:cs typeface="+mn-cs"/>
        </a:defRPr>
      </a:lvl6pPr>
      <a:lvl7pPr marL="1817688" indent="-184150" algn="l" rtl="0" fontAlgn="base">
        <a:lnSpc>
          <a:spcPct val="107000"/>
        </a:lnSpc>
        <a:spcBef>
          <a:spcPct val="54000"/>
        </a:spcBef>
        <a:spcAft>
          <a:spcPct val="0"/>
        </a:spcAft>
        <a:buFont typeface="Arial Unicode MS" pitchFamily="34" charset="-128"/>
        <a:buChar char="•"/>
        <a:defRPr sz="1400">
          <a:solidFill>
            <a:schemeClr val="tx1"/>
          </a:solidFill>
          <a:latin typeface="+mn-lt"/>
          <a:cs typeface="+mn-cs"/>
        </a:defRPr>
      </a:lvl7pPr>
      <a:lvl8pPr marL="2274888" indent="-184150" algn="l" rtl="0" fontAlgn="base">
        <a:lnSpc>
          <a:spcPct val="107000"/>
        </a:lnSpc>
        <a:spcBef>
          <a:spcPct val="54000"/>
        </a:spcBef>
        <a:spcAft>
          <a:spcPct val="0"/>
        </a:spcAft>
        <a:buFont typeface="Arial Unicode MS" pitchFamily="34" charset="-128"/>
        <a:buChar char="•"/>
        <a:defRPr sz="1400">
          <a:solidFill>
            <a:schemeClr val="tx1"/>
          </a:solidFill>
          <a:latin typeface="+mn-lt"/>
          <a:cs typeface="+mn-cs"/>
        </a:defRPr>
      </a:lvl8pPr>
      <a:lvl9pPr marL="2732088" indent="-184150" algn="l" rtl="0" fontAlgn="base">
        <a:lnSpc>
          <a:spcPct val="107000"/>
        </a:lnSpc>
        <a:spcBef>
          <a:spcPct val="54000"/>
        </a:spcBef>
        <a:spcAft>
          <a:spcPct val="0"/>
        </a:spcAft>
        <a:buFont typeface="Arial Unicode MS" pitchFamily="34" charset="-128"/>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jpe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4213" y="2349500"/>
            <a:ext cx="7772400" cy="873125"/>
          </a:xfrm>
        </p:spPr>
        <p:txBody>
          <a:bodyPr/>
          <a:lstStyle/>
          <a:p>
            <a:pPr eaLnBrk="1" hangingPunct="1"/>
            <a:r>
              <a:rPr lang="en-US" dirty="0" smtClean="0"/>
              <a:t>Common Operating Picture</a:t>
            </a:r>
            <a:br>
              <a:rPr lang="en-US" dirty="0" smtClean="0"/>
            </a:br>
            <a:r>
              <a:rPr lang="en-US" dirty="0" smtClean="0"/>
              <a:t> </a:t>
            </a:r>
            <a:r>
              <a:rPr lang="en-US" sz="3200" dirty="0" smtClean="0"/>
              <a:t>Phase 1a Findings</a:t>
            </a:r>
            <a:endParaRPr lang="en-AU" sz="3200" dirty="0" smtClean="0"/>
          </a:p>
        </p:txBody>
      </p:sp>
      <p:sp>
        <p:nvSpPr>
          <p:cNvPr id="3075" name="Rectangle 3"/>
          <p:cNvSpPr>
            <a:spLocks noGrp="1" noChangeArrowheads="1"/>
          </p:cNvSpPr>
          <p:nvPr>
            <p:ph type="subTitle" idx="1"/>
          </p:nvPr>
        </p:nvSpPr>
        <p:spPr>
          <a:xfrm>
            <a:off x="827088" y="3573463"/>
            <a:ext cx="5942012" cy="1803400"/>
          </a:xfrm>
        </p:spPr>
        <p:txBody>
          <a:bodyPr/>
          <a:lstStyle/>
          <a:p>
            <a:pPr eaLnBrk="1" hangingPunct="1"/>
            <a:r>
              <a:rPr lang="en-US" dirty="0" smtClean="0"/>
              <a:t>December 2011</a:t>
            </a:r>
          </a:p>
          <a:p>
            <a:pPr eaLnBrk="1" hangingPunct="1"/>
            <a:r>
              <a:rPr lang="en-US" dirty="0" smtClean="0"/>
              <a:t>Prepared by COP Project Team</a:t>
            </a:r>
            <a:endParaRPr lang="en-AU" dirty="0" smtClean="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6093296"/>
            <a:ext cx="319678" cy="509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Project Task…</a:t>
            </a:r>
          </a:p>
        </p:txBody>
      </p:sp>
      <p:sp>
        <p:nvSpPr>
          <p:cNvPr id="3" name="Content Placeholder 2"/>
          <p:cNvSpPr>
            <a:spLocks noGrp="1"/>
          </p:cNvSpPr>
          <p:nvPr>
            <p:ph idx="1"/>
          </p:nvPr>
        </p:nvSpPr>
        <p:spPr>
          <a:xfrm>
            <a:off x="827584" y="1268760"/>
            <a:ext cx="7834313" cy="4416425"/>
          </a:xfrm>
        </p:spPr>
        <p:txBody>
          <a:bodyPr/>
          <a:lstStyle/>
          <a:p>
            <a:pPr marL="0" indent="0">
              <a:buNone/>
            </a:pPr>
            <a:r>
              <a:rPr lang="en-AU" sz="2000" b="1" dirty="0" smtClean="0"/>
              <a:t>Determine the information that should be included in </a:t>
            </a:r>
            <a:br>
              <a:rPr lang="en-AU" sz="2000" b="1" dirty="0" smtClean="0"/>
            </a:br>
            <a:r>
              <a:rPr lang="en-AU" sz="2000" b="1" dirty="0" smtClean="0"/>
              <a:t>a Common Operating Picture considering:</a:t>
            </a:r>
          </a:p>
          <a:p>
            <a:pPr marL="354013" indent="-354013"/>
            <a:r>
              <a:rPr lang="en-AU" sz="2000" dirty="0" smtClean="0"/>
              <a:t>Community </a:t>
            </a:r>
            <a:r>
              <a:rPr lang="en-AU" sz="2000" dirty="0"/>
              <a:t>and </a:t>
            </a:r>
            <a:r>
              <a:rPr lang="en-AU" sz="2000" dirty="0" smtClean="0"/>
              <a:t>control </a:t>
            </a:r>
            <a:r>
              <a:rPr lang="en-AU" sz="2000" dirty="0"/>
              <a:t>perspectives</a:t>
            </a:r>
            <a:endParaRPr lang="en-AU" sz="2000" dirty="0" smtClean="0"/>
          </a:p>
          <a:p>
            <a:pPr marL="354013" indent="-354013"/>
            <a:r>
              <a:rPr lang="en-AU" sz="2000" dirty="0" smtClean="0"/>
              <a:t>What information (and what source datasets) are most important to adding value to the information chain? </a:t>
            </a:r>
          </a:p>
          <a:p>
            <a:pPr marL="354013" indent="-354013"/>
            <a:r>
              <a:rPr lang="en-AU" sz="2000" dirty="0" smtClean="0"/>
              <a:t>Where is the data to provide the information?</a:t>
            </a:r>
          </a:p>
          <a:p>
            <a:pPr marL="354013" indent="-354013"/>
            <a:r>
              <a:rPr lang="en-AU" sz="2000" dirty="0" smtClean="0"/>
              <a:t>Is this data useful and fit for purpose?</a:t>
            </a:r>
          </a:p>
          <a:p>
            <a:pPr marL="354013" indent="-354013"/>
            <a:r>
              <a:rPr lang="en-AU" sz="2000" dirty="0"/>
              <a:t>W</a:t>
            </a:r>
            <a:r>
              <a:rPr lang="en-AU" sz="2000" dirty="0" smtClean="0"/>
              <a:t>hat are the issues with the information datasets?</a:t>
            </a:r>
          </a:p>
          <a:p>
            <a:pPr marL="354013" indent="-354013"/>
            <a:r>
              <a:rPr lang="en-AU" sz="2000" dirty="0" smtClean="0"/>
              <a:t>What else may be envisaged over next 5 years?</a:t>
            </a:r>
          </a:p>
          <a:p>
            <a:endParaRPr lang="en-AU" sz="2000" dirty="0"/>
          </a:p>
        </p:txBody>
      </p:sp>
    </p:spTree>
    <p:extLst>
      <p:ext uri="{BB962C8B-B14F-4D97-AF65-F5344CB8AC3E}">
        <p14:creationId xmlns:p14="http://schemas.microsoft.com/office/powerpoint/2010/main" val="588911957"/>
      </p:ext>
    </p:extLst>
  </p:cSld>
  <p:clrMapOvr>
    <a:masterClrMapping/>
  </p:clrMapOvr>
  <p:transition spd="slow">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0"/>
            <a:ext cx="7799388" cy="928688"/>
          </a:xfrm>
        </p:spPr>
        <p:txBody>
          <a:bodyPr/>
          <a:lstStyle/>
          <a:p>
            <a:r>
              <a:rPr lang="en-AU" dirty="0" smtClean="0"/>
              <a:t>Summary of Stakeholder Groups </a:t>
            </a:r>
            <a:endParaRPr lang="en-AU" dirty="0"/>
          </a:p>
        </p:txBody>
      </p:sp>
      <p:pic>
        <p:nvPicPr>
          <p:cNvPr id="1026" name="Picture 2" descr="C:\Users\Event Equipment\Downloads\COP_Stakeholders_22_09_11_DRAFT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268760"/>
            <a:ext cx="7920880"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326610"/>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Approach</a:t>
            </a:r>
            <a:r>
              <a:rPr lang="en-AU" dirty="0" smtClean="0"/>
              <a:t> to Project</a:t>
            </a:r>
            <a:endParaRPr lang="en-AU" dirty="0"/>
          </a:p>
        </p:txBody>
      </p:sp>
      <p:grpSp>
        <p:nvGrpSpPr>
          <p:cNvPr id="3" name="Group 2"/>
          <p:cNvGrpSpPr/>
          <p:nvPr/>
        </p:nvGrpSpPr>
        <p:grpSpPr>
          <a:xfrm>
            <a:off x="899592" y="1387478"/>
            <a:ext cx="2700000" cy="796278"/>
            <a:chOff x="899592" y="1387478"/>
            <a:chExt cx="2736304" cy="796278"/>
          </a:xfrm>
        </p:grpSpPr>
        <p:sp>
          <p:nvSpPr>
            <p:cNvPr id="4" name="Pentagon 3"/>
            <p:cNvSpPr/>
            <p:nvPr/>
          </p:nvSpPr>
          <p:spPr bwMode="auto">
            <a:xfrm>
              <a:off x="899592" y="1387478"/>
              <a:ext cx="2736304" cy="792088"/>
            </a:xfrm>
            <a:prstGeom prst="homePlate">
              <a:avLst/>
            </a:prstGeom>
            <a:solidFill>
              <a:schemeClr val="accent1">
                <a:alpha val="25000"/>
              </a:schemeClr>
            </a:solidFill>
            <a:ln w="9525" cap="flat" cmpd="sng" algn="ctr">
              <a:solidFill>
                <a:schemeClr val="tx1"/>
              </a:solidFill>
              <a:prstDash val="solid"/>
              <a:round/>
              <a:headEnd type="none" w="med" len="med"/>
              <a:tailEnd type="none" w="med" len="med"/>
            </a:ln>
            <a:effectLst/>
            <a:extLst/>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5000"/>
                </a:lnSpc>
                <a:spcBef>
                  <a:spcPct val="60000"/>
                </a:spcBef>
                <a:spcAft>
                  <a:spcPct val="0"/>
                </a:spcAft>
                <a:buClrTx/>
                <a:buSzTx/>
                <a:buFontTx/>
                <a:buNone/>
                <a:tabLst/>
              </a:pPr>
              <a:endParaRPr kumimoji="0" lang="en-AU" sz="1200" b="0" i="0" u="none" strike="noStrike" cap="none" normalizeH="0" baseline="0" dirty="0" smtClean="0">
                <a:ln>
                  <a:noFill/>
                </a:ln>
                <a:solidFill>
                  <a:schemeClr val="tx1"/>
                </a:solidFill>
                <a:effectLst/>
                <a:latin typeface="Arial" charset="0"/>
                <a:cs typeface="Arial" charset="0"/>
              </a:endParaRPr>
            </a:p>
          </p:txBody>
        </p:sp>
        <p:sp>
          <p:nvSpPr>
            <p:cNvPr id="5" name="TextBox 4"/>
            <p:cNvSpPr txBox="1"/>
            <p:nvPr/>
          </p:nvSpPr>
          <p:spPr>
            <a:xfrm>
              <a:off x="1043608" y="1412776"/>
              <a:ext cx="2376264" cy="770980"/>
            </a:xfrm>
            <a:prstGeom prst="rect">
              <a:avLst/>
            </a:prstGeom>
            <a:noFill/>
          </p:spPr>
          <p:txBody>
            <a:bodyPr wrap="square" rtlCol="0">
              <a:spAutoFit/>
            </a:bodyPr>
            <a:lstStyle/>
            <a:p>
              <a:pPr algn="l"/>
              <a:r>
                <a:rPr lang="en-AU" dirty="0" smtClean="0"/>
                <a:t>Survey current and future users to determine </a:t>
              </a:r>
              <a:r>
                <a:rPr lang="en-AU" b="1" dirty="0" smtClean="0"/>
                <a:t>demand</a:t>
              </a:r>
              <a:endParaRPr lang="en-AU" b="1" dirty="0"/>
            </a:p>
          </p:txBody>
        </p:sp>
      </p:grpSp>
      <p:grpSp>
        <p:nvGrpSpPr>
          <p:cNvPr id="8" name="Group 7"/>
          <p:cNvGrpSpPr/>
          <p:nvPr/>
        </p:nvGrpSpPr>
        <p:grpSpPr>
          <a:xfrm>
            <a:off x="1835696" y="2419917"/>
            <a:ext cx="2700000" cy="792088"/>
            <a:chOff x="2699792" y="2683622"/>
            <a:chExt cx="2736304" cy="792088"/>
          </a:xfrm>
        </p:grpSpPr>
        <p:sp>
          <p:nvSpPr>
            <p:cNvPr id="6" name="Pentagon 5"/>
            <p:cNvSpPr/>
            <p:nvPr/>
          </p:nvSpPr>
          <p:spPr bwMode="auto">
            <a:xfrm>
              <a:off x="2699792" y="2683622"/>
              <a:ext cx="2736304" cy="792088"/>
            </a:xfrm>
            <a:prstGeom prst="homePlate">
              <a:avLst/>
            </a:prstGeom>
            <a:solidFill>
              <a:schemeClr val="accent1">
                <a:alpha val="25000"/>
              </a:schemeClr>
            </a:solidFill>
            <a:ln w="9525" cap="flat" cmpd="sng" algn="ctr">
              <a:solidFill>
                <a:schemeClr val="tx1"/>
              </a:solidFill>
              <a:prstDash val="solid"/>
              <a:round/>
              <a:headEnd type="none" w="med" len="med"/>
              <a:tailEnd type="none" w="med" len="med"/>
            </a:ln>
            <a:effectLst/>
            <a:extLst/>
          </p:spPr>
          <p:txBody>
            <a:bodyPr vert="horz" wrap="none" lIns="0" tIns="0" rIns="0" bIns="0" numCol="1" rtlCol="0" anchor="ctr" anchorCtr="0" compatLnSpc="1">
              <a:prstTxWarp prst="textNoShape">
                <a:avLst/>
              </a:prstTxWarp>
            </a:bodyPr>
            <a:lstStyle/>
            <a:p>
              <a:endParaRPr lang="en-AU" sz="1200" dirty="0"/>
            </a:p>
          </p:txBody>
        </p:sp>
        <p:sp>
          <p:nvSpPr>
            <p:cNvPr id="7" name="TextBox 6"/>
            <p:cNvSpPr txBox="1"/>
            <p:nvPr/>
          </p:nvSpPr>
          <p:spPr>
            <a:xfrm>
              <a:off x="2843808" y="2773044"/>
              <a:ext cx="2376264" cy="302840"/>
            </a:xfrm>
            <a:prstGeom prst="rect">
              <a:avLst/>
            </a:prstGeom>
            <a:noFill/>
          </p:spPr>
          <p:txBody>
            <a:bodyPr wrap="square" rtlCol="0">
              <a:spAutoFit/>
            </a:bodyPr>
            <a:lstStyle/>
            <a:p>
              <a:pPr algn="l"/>
              <a:r>
                <a:rPr lang="en-AU" b="1" dirty="0" smtClean="0"/>
                <a:t>Analyse </a:t>
              </a:r>
              <a:r>
                <a:rPr lang="en-AU" dirty="0" smtClean="0"/>
                <a:t>results </a:t>
              </a:r>
            </a:p>
          </p:txBody>
        </p:sp>
      </p:grpSp>
      <p:grpSp>
        <p:nvGrpSpPr>
          <p:cNvPr id="13" name="Group 12"/>
          <p:cNvGrpSpPr/>
          <p:nvPr/>
        </p:nvGrpSpPr>
        <p:grpSpPr>
          <a:xfrm>
            <a:off x="2915816" y="3452356"/>
            <a:ext cx="2700000" cy="792088"/>
            <a:chOff x="4031940" y="3940379"/>
            <a:chExt cx="2736304" cy="792088"/>
          </a:xfrm>
        </p:grpSpPr>
        <p:sp>
          <p:nvSpPr>
            <p:cNvPr id="9" name="Pentagon 8"/>
            <p:cNvSpPr/>
            <p:nvPr/>
          </p:nvSpPr>
          <p:spPr bwMode="auto">
            <a:xfrm>
              <a:off x="4031940" y="3940379"/>
              <a:ext cx="2736304" cy="792088"/>
            </a:xfrm>
            <a:prstGeom prst="homePlate">
              <a:avLst/>
            </a:prstGeom>
            <a:solidFill>
              <a:schemeClr val="accent1">
                <a:alpha val="25000"/>
              </a:schemeClr>
            </a:solidFill>
            <a:ln w="9525" cap="flat" cmpd="sng" algn="ctr">
              <a:solidFill>
                <a:schemeClr val="tx1"/>
              </a:solidFill>
              <a:prstDash val="solid"/>
              <a:round/>
              <a:headEnd type="none" w="med" len="med"/>
              <a:tailEnd type="none" w="med" len="med"/>
            </a:ln>
            <a:effectLst/>
            <a:extLst/>
          </p:spPr>
          <p:txBody>
            <a:bodyPr vert="horz" wrap="none" lIns="0" tIns="0" rIns="0" bIns="0" numCol="1" rtlCol="0" anchor="ctr" anchorCtr="0" compatLnSpc="1">
              <a:prstTxWarp prst="textNoShape">
                <a:avLst/>
              </a:prstTxWarp>
            </a:bodyPr>
            <a:lstStyle/>
            <a:p>
              <a:endParaRPr lang="en-AU" sz="1200" dirty="0"/>
            </a:p>
          </p:txBody>
        </p:sp>
        <p:sp>
          <p:nvSpPr>
            <p:cNvPr id="10" name="TextBox 9"/>
            <p:cNvSpPr txBox="1"/>
            <p:nvPr/>
          </p:nvSpPr>
          <p:spPr>
            <a:xfrm>
              <a:off x="4175956" y="4029801"/>
              <a:ext cx="2376264" cy="544765"/>
            </a:xfrm>
            <a:prstGeom prst="rect">
              <a:avLst/>
            </a:prstGeom>
            <a:noFill/>
          </p:spPr>
          <p:txBody>
            <a:bodyPr wrap="square" rtlCol="0">
              <a:spAutoFit/>
            </a:bodyPr>
            <a:lstStyle/>
            <a:p>
              <a:pPr algn="l"/>
              <a:r>
                <a:rPr lang="en-AU" dirty="0" smtClean="0"/>
                <a:t>Survey agencies to determine </a:t>
              </a:r>
              <a:r>
                <a:rPr lang="en-AU" b="1" dirty="0" smtClean="0"/>
                <a:t>data</a:t>
              </a:r>
              <a:r>
                <a:rPr lang="en-AU" dirty="0" smtClean="0"/>
                <a:t> </a:t>
              </a:r>
              <a:r>
                <a:rPr lang="en-AU" b="1" dirty="0" smtClean="0"/>
                <a:t>supply</a:t>
              </a:r>
              <a:endParaRPr lang="en-AU" dirty="0" smtClean="0"/>
            </a:p>
          </p:txBody>
        </p:sp>
      </p:grpSp>
      <p:grpSp>
        <p:nvGrpSpPr>
          <p:cNvPr id="14" name="Group 13"/>
          <p:cNvGrpSpPr/>
          <p:nvPr/>
        </p:nvGrpSpPr>
        <p:grpSpPr>
          <a:xfrm>
            <a:off x="3923928" y="4484795"/>
            <a:ext cx="2700000" cy="792088"/>
            <a:chOff x="5796136" y="5042472"/>
            <a:chExt cx="2736304" cy="792088"/>
          </a:xfrm>
        </p:grpSpPr>
        <p:sp>
          <p:nvSpPr>
            <p:cNvPr id="11" name="Pentagon 10"/>
            <p:cNvSpPr/>
            <p:nvPr/>
          </p:nvSpPr>
          <p:spPr bwMode="auto">
            <a:xfrm>
              <a:off x="5796136" y="5042472"/>
              <a:ext cx="2736304" cy="792088"/>
            </a:xfrm>
            <a:prstGeom prst="homePlate">
              <a:avLst/>
            </a:prstGeom>
            <a:solidFill>
              <a:schemeClr val="accent1">
                <a:alpha val="25000"/>
              </a:schemeClr>
            </a:solidFill>
            <a:ln w="9525" cap="flat" cmpd="sng" algn="ctr">
              <a:solidFill>
                <a:schemeClr val="tx1"/>
              </a:solidFill>
              <a:prstDash val="solid"/>
              <a:round/>
              <a:headEnd type="none" w="med" len="med"/>
              <a:tailEnd type="none" w="med" len="med"/>
            </a:ln>
            <a:effectLst/>
            <a:extLst/>
          </p:spPr>
          <p:txBody>
            <a:bodyPr vert="horz" wrap="none" lIns="0" tIns="0" rIns="0" bIns="0" numCol="1" rtlCol="0" anchor="ctr" anchorCtr="0" compatLnSpc="1">
              <a:prstTxWarp prst="textNoShape">
                <a:avLst/>
              </a:prstTxWarp>
            </a:bodyPr>
            <a:lstStyle/>
            <a:p>
              <a:endParaRPr lang="en-AU" sz="1200" dirty="0"/>
            </a:p>
          </p:txBody>
        </p:sp>
        <p:sp>
          <p:nvSpPr>
            <p:cNvPr id="12" name="TextBox 11"/>
            <p:cNvSpPr txBox="1"/>
            <p:nvPr/>
          </p:nvSpPr>
          <p:spPr>
            <a:xfrm>
              <a:off x="5940152" y="5252977"/>
              <a:ext cx="2376264" cy="302840"/>
            </a:xfrm>
            <a:prstGeom prst="rect">
              <a:avLst/>
            </a:prstGeom>
            <a:noFill/>
          </p:spPr>
          <p:txBody>
            <a:bodyPr wrap="square" rtlCol="0" anchor="ctr">
              <a:spAutoFit/>
            </a:bodyPr>
            <a:lstStyle/>
            <a:p>
              <a:pPr algn="l"/>
              <a:r>
                <a:rPr lang="en-AU" b="1" dirty="0" smtClean="0"/>
                <a:t>Analyse </a:t>
              </a:r>
              <a:r>
                <a:rPr lang="en-AU" dirty="0" smtClean="0"/>
                <a:t>results</a:t>
              </a:r>
            </a:p>
          </p:txBody>
        </p:sp>
      </p:grpSp>
      <p:grpSp>
        <p:nvGrpSpPr>
          <p:cNvPr id="16" name="Group 15"/>
          <p:cNvGrpSpPr/>
          <p:nvPr/>
        </p:nvGrpSpPr>
        <p:grpSpPr>
          <a:xfrm>
            <a:off x="5292080" y="5517232"/>
            <a:ext cx="2700000" cy="792088"/>
            <a:chOff x="5796136" y="5042472"/>
            <a:chExt cx="2736304" cy="792088"/>
          </a:xfrm>
        </p:grpSpPr>
        <p:sp>
          <p:nvSpPr>
            <p:cNvPr id="17" name="Pentagon 16"/>
            <p:cNvSpPr/>
            <p:nvPr/>
          </p:nvSpPr>
          <p:spPr bwMode="auto">
            <a:xfrm>
              <a:off x="5796136" y="5042472"/>
              <a:ext cx="2736304" cy="792088"/>
            </a:xfrm>
            <a:prstGeom prst="homePlate">
              <a:avLst/>
            </a:prstGeom>
            <a:solidFill>
              <a:schemeClr val="accent1">
                <a:alpha val="25000"/>
              </a:schemeClr>
            </a:solidFill>
            <a:ln w="9525" cap="flat" cmpd="sng" algn="ctr">
              <a:solidFill>
                <a:schemeClr val="tx1"/>
              </a:solidFill>
              <a:prstDash val="solid"/>
              <a:round/>
              <a:headEnd type="none" w="med" len="med"/>
              <a:tailEnd type="none" w="med" len="med"/>
            </a:ln>
            <a:effectLst/>
            <a:extLst/>
          </p:spPr>
          <p:txBody>
            <a:bodyPr vert="horz" wrap="none" lIns="0" tIns="0" rIns="0" bIns="0" numCol="1" rtlCol="0" anchor="ctr" anchorCtr="0" compatLnSpc="1">
              <a:prstTxWarp prst="textNoShape">
                <a:avLst/>
              </a:prstTxWarp>
            </a:bodyPr>
            <a:lstStyle/>
            <a:p>
              <a:endParaRPr lang="en-AU" dirty="0"/>
            </a:p>
          </p:txBody>
        </p:sp>
        <p:sp>
          <p:nvSpPr>
            <p:cNvPr id="18" name="TextBox 17"/>
            <p:cNvSpPr txBox="1"/>
            <p:nvPr/>
          </p:nvSpPr>
          <p:spPr>
            <a:xfrm>
              <a:off x="5940152" y="5242729"/>
              <a:ext cx="2376264" cy="302840"/>
            </a:xfrm>
            <a:prstGeom prst="rect">
              <a:avLst/>
            </a:prstGeom>
            <a:noFill/>
          </p:spPr>
          <p:txBody>
            <a:bodyPr wrap="square" rtlCol="0">
              <a:spAutoFit/>
            </a:bodyPr>
            <a:lstStyle/>
            <a:p>
              <a:pPr algn="l"/>
              <a:r>
                <a:rPr lang="en-AU" b="1" dirty="0" smtClean="0"/>
                <a:t>Document</a:t>
              </a:r>
              <a:r>
                <a:rPr lang="en-AU" dirty="0" smtClean="0"/>
                <a:t> findings</a:t>
              </a:r>
            </a:p>
          </p:txBody>
        </p:sp>
      </p:grpSp>
    </p:spTree>
    <p:extLst>
      <p:ext uri="{BB962C8B-B14F-4D97-AF65-F5344CB8AC3E}">
        <p14:creationId xmlns:p14="http://schemas.microsoft.com/office/powerpoint/2010/main" val="1070896534"/>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COP Principles…(derived from interviews, surveys and agency team members)</a:t>
            </a:r>
            <a:endParaRPr lang="en-AU" dirty="0"/>
          </a:p>
        </p:txBody>
      </p:sp>
      <p:sp>
        <p:nvSpPr>
          <p:cNvPr id="3" name="Content Placeholder 2"/>
          <p:cNvSpPr>
            <a:spLocks noGrp="1"/>
          </p:cNvSpPr>
          <p:nvPr>
            <p:ph idx="1"/>
          </p:nvPr>
        </p:nvSpPr>
        <p:spPr>
          <a:xfrm>
            <a:off x="899592" y="1196752"/>
            <a:ext cx="7704856" cy="4680520"/>
          </a:xfrm>
        </p:spPr>
        <p:txBody>
          <a:bodyPr/>
          <a:lstStyle/>
          <a:p>
            <a:r>
              <a:rPr lang="en-AU" sz="1800" b="1" dirty="0" smtClean="0"/>
              <a:t>Facilitate the state control priorities</a:t>
            </a:r>
            <a:r>
              <a:rPr lang="en-AU" sz="1800" dirty="0" smtClean="0"/>
              <a:t>, being saving lives, assets and the environment (in that order) </a:t>
            </a:r>
          </a:p>
          <a:p>
            <a:r>
              <a:rPr lang="en-AU" sz="1800" b="1" dirty="0" smtClean="0"/>
              <a:t>Enhance the flow of two-way real-time information </a:t>
            </a:r>
            <a:r>
              <a:rPr lang="en-AU" sz="1800" dirty="0" smtClean="0"/>
              <a:t>between incident personnel and incident controllers as well as enhance the flow of information to and from the community</a:t>
            </a:r>
          </a:p>
          <a:p>
            <a:r>
              <a:rPr lang="en-AU" sz="1800" b="1" dirty="0" smtClean="0"/>
              <a:t>Be viewable/accessible (Internet-enabled) on multiple devices</a:t>
            </a:r>
            <a:r>
              <a:rPr lang="en-AU" sz="1800" dirty="0" smtClean="0"/>
              <a:t>, whenever and wherever the community and/or control staff require</a:t>
            </a:r>
          </a:p>
          <a:p>
            <a:r>
              <a:rPr lang="en-AU" sz="1800" b="1" dirty="0" smtClean="0"/>
              <a:t>Have intuitive </a:t>
            </a:r>
            <a:r>
              <a:rPr lang="en-AU" sz="1800" b="1" dirty="0"/>
              <a:t>functionality </a:t>
            </a:r>
            <a:r>
              <a:rPr lang="en-AU" sz="1800" dirty="0"/>
              <a:t>that requires low training </a:t>
            </a:r>
            <a:r>
              <a:rPr lang="en-AU" sz="1800" dirty="0" smtClean="0"/>
              <a:t>needs and is </a:t>
            </a:r>
            <a:r>
              <a:rPr lang="en-AU" sz="1800" dirty="0" err="1" smtClean="0"/>
              <a:t>tailorable</a:t>
            </a:r>
            <a:r>
              <a:rPr lang="en-AU" sz="1800" dirty="0" smtClean="0"/>
              <a:t> to role, location and community context</a:t>
            </a:r>
          </a:p>
          <a:p>
            <a:r>
              <a:rPr lang="en-AU" sz="1800" b="1" dirty="0" smtClean="0"/>
              <a:t>Be suitable for</a:t>
            </a:r>
            <a:r>
              <a:rPr lang="en-AU" sz="1800" dirty="0" smtClean="0"/>
              <a:t> multi-hazard, multi-agency events and </a:t>
            </a:r>
            <a:r>
              <a:rPr lang="en-AU" sz="1800" b="1" dirty="0" smtClean="0"/>
              <a:t>facilitate inter-agency working</a:t>
            </a:r>
            <a:r>
              <a:rPr lang="en-AU" sz="1800" dirty="0" smtClean="0"/>
              <a:t> where required</a:t>
            </a:r>
          </a:p>
          <a:p>
            <a:r>
              <a:rPr lang="en-AU" sz="1800" dirty="0" smtClean="0"/>
              <a:t>Be as </a:t>
            </a:r>
            <a:r>
              <a:rPr lang="en-AU" sz="1800" b="1" dirty="0" smtClean="0"/>
              <a:t>open and transparent as possible </a:t>
            </a:r>
            <a:r>
              <a:rPr lang="en-AU" sz="1800" dirty="0" smtClean="0"/>
              <a:t>with information both between agencies themselves, and also between agencies and the community</a:t>
            </a:r>
          </a:p>
        </p:txBody>
      </p:sp>
    </p:spTree>
    <p:extLst>
      <p:ext uri="{BB962C8B-B14F-4D97-AF65-F5344CB8AC3E}">
        <p14:creationId xmlns:p14="http://schemas.microsoft.com/office/powerpoint/2010/main" val="3084037899"/>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COP Principles</a:t>
            </a:r>
            <a:endParaRPr lang="en-AU" dirty="0"/>
          </a:p>
        </p:txBody>
      </p:sp>
      <p:sp>
        <p:nvSpPr>
          <p:cNvPr id="3" name="Rectangle 2"/>
          <p:cNvSpPr/>
          <p:nvPr/>
        </p:nvSpPr>
        <p:spPr>
          <a:xfrm>
            <a:off x="899592" y="1268760"/>
            <a:ext cx="7344816" cy="469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marL="184150" indent="-184150" algn="l" eaLnBrk="0" hangingPunct="0">
              <a:lnSpc>
                <a:spcPct val="107000"/>
              </a:lnSpc>
              <a:spcBef>
                <a:spcPct val="54000"/>
              </a:spcBef>
              <a:buFont typeface="Arial Unicode MS" pitchFamily="34" charset="-128"/>
              <a:buChar char="•"/>
            </a:pPr>
            <a:r>
              <a:rPr lang="en-AU" sz="1800" b="1" dirty="0" smtClean="0">
                <a:latin typeface="+mn-lt"/>
                <a:cs typeface="+mn-cs"/>
              </a:rPr>
              <a:t>Be spatially oriented</a:t>
            </a:r>
            <a:r>
              <a:rPr lang="en-AU" sz="1800" dirty="0" smtClean="0">
                <a:latin typeface="+mn-lt"/>
                <a:cs typeface="+mn-cs"/>
              </a:rPr>
              <a:t> while still supporting other forms of information sharing (email, short messages, short media news feeds etc.)</a:t>
            </a:r>
            <a:endParaRPr lang="en-AU" sz="1800" b="1" dirty="0" smtClean="0">
              <a:latin typeface="+mn-lt"/>
              <a:cs typeface="+mn-cs"/>
            </a:endParaRPr>
          </a:p>
          <a:p>
            <a:pPr marL="184150" indent="-184150" algn="l" eaLnBrk="0" hangingPunct="0">
              <a:lnSpc>
                <a:spcPct val="107000"/>
              </a:lnSpc>
              <a:spcBef>
                <a:spcPct val="54000"/>
              </a:spcBef>
              <a:buFont typeface="Arial Unicode MS" pitchFamily="34" charset="-128"/>
              <a:buChar char="•"/>
            </a:pPr>
            <a:r>
              <a:rPr lang="en-AU" sz="1800" b="1" dirty="0" smtClean="0">
                <a:latin typeface="+mn-lt"/>
                <a:cs typeface="+mn-cs"/>
              </a:rPr>
              <a:t>Support </a:t>
            </a:r>
            <a:r>
              <a:rPr lang="en-AU" sz="1800" b="1" dirty="0">
                <a:latin typeface="+mn-lt"/>
                <a:cs typeface="+mn-cs"/>
              </a:rPr>
              <a:t>balanced views between timeliness and verification </a:t>
            </a:r>
            <a:r>
              <a:rPr lang="en-AU" sz="1800" dirty="0">
                <a:latin typeface="+mn-lt"/>
                <a:cs typeface="+mn-cs"/>
              </a:rPr>
              <a:t>levels of </a:t>
            </a:r>
            <a:r>
              <a:rPr lang="en-AU" sz="1800" dirty="0" smtClean="0">
                <a:latin typeface="+mn-lt"/>
                <a:cs typeface="+mn-cs"/>
              </a:rPr>
              <a:t>data with a strong emphasis on providing </a:t>
            </a:r>
            <a:r>
              <a:rPr lang="en-AU" sz="1800" b="1" dirty="0">
                <a:latin typeface="+mn-lt"/>
                <a:cs typeface="+mn-cs"/>
              </a:rPr>
              <a:t>I</a:t>
            </a:r>
            <a:r>
              <a:rPr lang="en-AU" sz="1800" b="1" dirty="0" smtClean="0">
                <a:latin typeface="+mn-lt"/>
                <a:cs typeface="+mn-cs"/>
              </a:rPr>
              <a:t>ncident, Conditions and Predictive information</a:t>
            </a:r>
            <a:endParaRPr lang="en-AU" sz="1800" dirty="0">
              <a:latin typeface="+mn-lt"/>
              <a:cs typeface="+mn-cs"/>
            </a:endParaRPr>
          </a:p>
          <a:p>
            <a:pPr marL="184150" indent="-184150" algn="l" eaLnBrk="0" hangingPunct="0">
              <a:lnSpc>
                <a:spcPct val="107000"/>
              </a:lnSpc>
              <a:spcBef>
                <a:spcPct val="54000"/>
              </a:spcBef>
              <a:buFont typeface="Arial Unicode MS" pitchFamily="34" charset="-128"/>
              <a:buChar char="•"/>
            </a:pPr>
            <a:r>
              <a:rPr lang="en-AU" sz="1800" b="1" dirty="0">
                <a:latin typeface="+mn-lt"/>
                <a:cs typeface="+mn-cs"/>
              </a:rPr>
              <a:t>Be useful for pre-incident planning and daily use </a:t>
            </a:r>
            <a:r>
              <a:rPr lang="en-AU" sz="1800" dirty="0">
                <a:latin typeface="+mn-lt"/>
                <a:cs typeface="+mn-cs"/>
              </a:rPr>
              <a:t>as well as during incidents and recovery</a:t>
            </a:r>
          </a:p>
          <a:p>
            <a:pPr marL="184150" indent="-184150" algn="l" eaLnBrk="0" hangingPunct="0">
              <a:lnSpc>
                <a:spcPct val="107000"/>
              </a:lnSpc>
              <a:spcBef>
                <a:spcPct val="54000"/>
              </a:spcBef>
              <a:buFont typeface="Arial Unicode MS" pitchFamily="34" charset="-128"/>
              <a:buChar char="•"/>
            </a:pPr>
            <a:r>
              <a:rPr lang="en-AU" sz="1800" b="1" dirty="0">
                <a:latin typeface="+mn-lt"/>
                <a:cs typeface="+mn-cs"/>
              </a:rPr>
              <a:t>Be highly flexible and extendable </a:t>
            </a:r>
            <a:r>
              <a:rPr lang="en-AU" sz="1800" dirty="0">
                <a:latin typeface="+mn-lt"/>
                <a:cs typeface="+mn-cs"/>
              </a:rPr>
              <a:t>so that additional views/capabilities can be provided via COP on an on-going basis</a:t>
            </a:r>
          </a:p>
          <a:p>
            <a:pPr marL="184150" indent="-184150" algn="l" eaLnBrk="0" hangingPunct="0">
              <a:lnSpc>
                <a:spcPct val="107000"/>
              </a:lnSpc>
              <a:spcBef>
                <a:spcPct val="54000"/>
              </a:spcBef>
              <a:buFont typeface="Arial Unicode MS" pitchFamily="34" charset="-128"/>
              <a:buChar char="•"/>
            </a:pPr>
            <a:r>
              <a:rPr lang="en-AU" sz="1800" b="1" dirty="0">
                <a:latin typeface="+mn-lt"/>
                <a:cs typeface="+mn-cs"/>
              </a:rPr>
              <a:t>Be highly robust and scalable </a:t>
            </a:r>
            <a:r>
              <a:rPr lang="en-AU" sz="1800" dirty="0">
                <a:latin typeface="+mn-lt"/>
                <a:cs typeface="+mn-cs"/>
              </a:rPr>
              <a:t>so that any dependencies on COP do not diminish community or agency access to information from current </a:t>
            </a:r>
            <a:r>
              <a:rPr lang="en-AU" sz="1800" dirty="0" smtClean="0">
                <a:latin typeface="+mn-lt"/>
                <a:cs typeface="+mn-cs"/>
              </a:rPr>
              <a:t>levels</a:t>
            </a:r>
          </a:p>
        </p:txBody>
      </p:sp>
    </p:spTree>
    <p:extLst>
      <p:ext uri="{BB962C8B-B14F-4D97-AF65-F5344CB8AC3E}">
        <p14:creationId xmlns:p14="http://schemas.microsoft.com/office/powerpoint/2010/main" val="307665887"/>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Donut 96"/>
          <p:cNvSpPr>
            <a:spLocks/>
          </p:cNvSpPr>
          <p:nvPr/>
        </p:nvSpPr>
        <p:spPr bwMode="auto">
          <a:xfrm>
            <a:off x="2051050" y="1787525"/>
            <a:ext cx="4824413" cy="2635250"/>
          </a:xfrm>
          <a:custGeom>
            <a:avLst/>
            <a:gdLst>
              <a:gd name="T0" fmla="*/ 0 w 4824535"/>
              <a:gd name="T1" fmla="*/ 1317547 h 2635094"/>
              <a:gd name="T2" fmla="*/ 2412268 w 4824535"/>
              <a:gd name="T3" fmla="*/ 0 h 2635094"/>
              <a:gd name="T4" fmla="*/ 4824536 w 4824535"/>
              <a:gd name="T5" fmla="*/ 1317547 h 2635094"/>
              <a:gd name="T6" fmla="*/ 2412268 w 4824535"/>
              <a:gd name="T7" fmla="*/ 2635094 h 2635094"/>
              <a:gd name="T8" fmla="*/ 0 w 4824535"/>
              <a:gd name="T9" fmla="*/ 1317547 h 2635094"/>
              <a:gd name="T10" fmla="*/ 210992 w 4824535"/>
              <a:gd name="T11" fmla="*/ 1317547 h 2635094"/>
              <a:gd name="T12" fmla="*/ 2412268 w 4824535"/>
              <a:gd name="T13" fmla="*/ 2424102 h 2635094"/>
              <a:gd name="T14" fmla="*/ 4613544 w 4824535"/>
              <a:gd name="T15" fmla="*/ 1317547 h 2635094"/>
              <a:gd name="T16" fmla="*/ 2412268 w 4824535"/>
              <a:gd name="T17" fmla="*/ 210992 h 2635094"/>
              <a:gd name="T18" fmla="*/ 210992 w 4824535"/>
              <a:gd name="T19" fmla="*/ 1317547 h 26350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824535" h="2635094">
                <a:moveTo>
                  <a:pt x="0" y="1317547"/>
                </a:moveTo>
                <a:cubicBezTo>
                  <a:pt x="0" y="589886"/>
                  <a:pt x="1080009" y="0"/>
                  <a:pt x="2412268" y="0"/>
                </a:cubicBezTo>
                <a:cubicBezTo>
                  <a:pt x="3744527" y="0"/>
                  <a:pt x="4824536" y="589886"/>
                  <a:pt x="4824536" y="1317547"/>
                </a:cubicBezTo>
                <a:cubicBezTo>
                  <a:pt x="4824536" y="2045208"/>
                  <a:pt x="3744527" y="2635094"/>
                  <a:pt x="2412268" y="2635094"/>
                </a:cubicBezTo>
                <a:cubicBezTo>
                  <a:pt x="1080009" y="2635094"/>
                  <a:pt x="0" y="2045208"/>
                  <a:pt x="0" y="1317547"/>
                </a:cubicBezTo>
                <a:close/>
                <a:moveTo>
                  <a:pt x="210992" y="1317547"/>
                </a:moveTo>
                <a:cubicBezTo>
                  <a:pt x="210992" y="1928680"/>
                  <a:pt x="1196537" y="2424102"/>
                  <a:pt x="2412268" y="2424102"/>
                </a:cubicBezTo>
                <a:cubicBezTo>
                  <a:pt x="3627999" y="2424102"/>
                  <a:pt x="4613544" y="1928680"/>
                  <a:pt x="4613544" y="1317547"/>
                </a:cubicBezTo>
                <a:cubicBezTo>
                  <a:pt x="4613544" y="706414"/>
                  <a:pt x="3627999" y="210992"/>
                  <a:pt x="2412268" y="210992"/>
                </a:cubicBezTo>
                <a:cubicBezTo>
                  <a:pt x="1196537" y="210992"/>
                  <a:pt x="210992" y="706414"/>
                  <a:pt x="210992" y="1317547"/>
                </a:cubicBezTo>
                <a:close/>
              </a:path>
            </a:pathLst>
          </a:custGeom>
          <a:solidFill>
            <a:srgbClr val="77933C"/>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endParaRPr lang="en-AU"/>
          </a:p>
        </p:txBody>
      </p:sp>
      <p:sp>
        <p:nvSpPr>
          <p:cNvPr id="95" name="Donut 94"/>
          <p:cNvSpPr>
            <a:spLocks/>
          </p:cNvSpPr>
          <p:nvPr/>
        </p:nvSpPr>
        <p:spPr bwMode="auto">
          <a:xfrm>
            <a:off x="1617663" y="1441450"/>
            <a:ext cx="5692775" cy="3327400"/>
          </a:xfrm>
          <a:custGeom>
            <a:avLst/>
            <a:gdLst>
              <a:gd name="T0" fmla="*/ 0 w 5694194"/>
              <a:gd name="T1" fmla="*/ 1663888 h 3327776"/>
              <a:gd name="T2" fmla="*/ 2847097 w 5694194"/>
              <a:gd name="T3" fmla="*/ 0 h 3327776"/>
              <a:gd name="T4" fmla="*/ 5694194 w 5694194"/>
              <a:gd name="T5" fmla="*/ 1663888 h 3327776"/>
              <a:gd name="T6" fmla="*/ 2847097 w 5694194"/>
              <a:gd name="T7" fmla="*/ 3327776 h 3327776"/>
              <a:gd name="T8" fmla="*/ 0 w 5694194"/>
              <a:gd name="T9" fmla="*/ 1663888 h 3327776"/>
              <a:gd name="T10" fmla="*/ 266455 w 5694194"/>
              <a:gd name="T11" fmla="*/ 1663888 h 3327776"/>
              <a:gd name="T12" fmla="*/ 2847097 w 5694194"/>
              <a:gd name="T13" fmla="*/ 3061321 h 3327776"/>
              <a:gd name="T14" fmla="*/ 5427739 w 5694194"/>
              <a:gd name="T15" fmla="*/ 1663888 h 3327776"/>
              <a:gd name="T16" fmla="*/ 2847097 w 5694194"/>
              <a:gd name="T17" fmla="*/ 266455 h 3327776"/>
              <a:gd name="T18" fmla="*/ 266455 w 5694194"/>
              <a:gd name="T19" fmla="*/ 1663888 h 33277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694194" h="3327776">
                <a:moveTo>
                  <a:pt x="0" y="1663888"/>
                </a:moveTo>
                <a:cubicBezTo>
                  <a:pt x="0" y="744948"/>
                  <a:pt x="1274689" y="0"/>
                  <a:pt x="2847097" y="0"/>
                </a:cubicBezTo>
                <a:cubicBezTo>
                  <a:pt x="4419505" y="0"/>
                  <a:pt x="5694194" y="744948"/>
                  <a:pt x="5694194" y="1663888"/>
                </a:cubicBezTo>
                <a:cubicBezTo>
                  <a:pt x="5694194" y="2582828"/>
                  <a:pt x="4419505" y="3327776"/>
                  <a:pt x="2847097" y="3327776"/>
                </a:cubicBezTo>
                <a:cubicBezTo>
                  <a:pt x="1274689" y="3327776"/>
                  <a:pt x="0" y="2582828"/>
                  <a:pt x="0" y="1663888"/>
                </a:cubicBezTo>
                <a:close/>
                <a:moveTo>
                  <a:pt x="266455" y="1663888"/>
                </a:moveTo>
                <a:cubicBezTo>
                  <a:pt x="266455" y="2435669"/>
                  <a:pt x="1421848" y="3061321"/>
                  <a:pt x="2847097" y="3061321"/>
                </a:cubicBezTo>
                <a:cubicBezTo>
                  <a:pt x="4272346" y="3061321"/>
                  <a:pt x="5427739" y="2435669"/>
                  <a:pt x="5427739" y="1663888"/>
                </a:cubicBezTo>
                <a:cubicBezTo>
                  <a:pt x="5427739" y="892107"/>
                  <a:pt x="4272346" y="266455"/>
                  <a:pt x="2847097" y="266455"/>
                </a:cubicBezTo>
                <a:cubicBezTo>
                  <a:pt x="1421848" y="266455"/>
                  <a:pt x="266455" y="892107"/>
                  <a:pt x="266455" y="1663888"/>
                </a:cubicBezTo>
                <a:close/>
              </a:path>
            </a:pathLst>
          </a:custGeom>
          <a:gradFill rotWithShape="1">
            <a:gsLst>
              <a:gs pos="0">
                <a:srgbClr val="3A7CCB"/>
              </a:gs>
              <a:gs pos="20000">
                <a:srgbClr val="3C7BC7"/>
              </a:gs>
              <a:gs pos="100000">
                <a:srgbClr val="2C5D98"/>
              </a:gs>
            </a:gsLst>
            <a:lin ang="5400000"/>
          </a:gradFill>
          <a:ln w="9525" cap="flat" cmpd="sng">
            <a:solidFill>
              <a:srgbClr val="4A7EBB"/>
            </a:solidFill>
            <a:prstDash val="solid"/>
            <a:round/>
            <a:headEnd/>
            <a:tailEnd/>
          </a:ln>
          <a:effectLst>
            <a:outerShdw blurRad="40000" dist="23000" dir="5400000" rotWithShape="0">
              <a:srgbClr val="000000">
                <a:alpha val="34999"/>
              </a:srgbClr>
            </a:outerShdw>
          </a:effectLst>
        </p:spPr>
        <p:txBody>
          <a:bodyPr anchor="ctr"/>
          <a:lstStyle/>
          <a:p>
            <a:endParaRPr lang="en-AU"/>
          </a:p>
        </p:txBody>
      </p:sp>
      <p:sp>
        <p:nvSpPr>
          <p:cNvPr id="2050" name="Rectangle 2"/>
          <p:cNvSpPr txBox="1">
            <a:spLocks noChangeArrowheads="1"/>
          </p:cNvSpPr>
          <p:nvPr/>
        </p:nvSpPr>
        <p:spPr bwMode="auto">
          <a:xfrm>
            <a:off x="0" y="0"/>
            <a:ext cx="9144000" cy="836613"/>
          </a:xfrm>
          <a:prstGeom prst="rect">
            <a:avLst/>
          </a:prstGeom>
          <a:solidFill>
            <a:schemeClr val="accent3"/>
          </a:solidFill>
          <a:ln>
            <a:noFill/>
          </a:ln>
        </p:spPr>
        <p:txBody>
          <a:bodyPr anchor="ct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defRPr/>
            </a:pPr>
            <a:r>
              <a:rPr lang="en-US" sz="2400" b="1" dirty="0" smtClean="0">
                <a:solidFill>
                  <a:schemeClr val="bg1"/>
                </a:solidFill>
                <a:latin typeface="Arial" charset="0"/>
                <a:cs typeface="Arial" charset="0"/>
              </a:rPr>
              <a:t>Common Operating Picture (COP) -  Conceptual Design </a:t>
            </a:r>
            <a:endParaRPr lang="en-AU" sz="2400" b="1" dirty="0" smtClean="0">
              <a:solidFill>
                <a:schemeClr val="bg1"/>
              </a:solidFill>
              <a:latin typeface="Arial" charset="0"/>
              <a:cs typeface="Arial" charset="0"/>
            </a:endParaRPr>
          </a:p>
        </p:txBody>
      </p:sp>
      <p:sp>
        <p:nvSpPr>
          <p:cNvPr id="2053" name="TextBox 49"/>
          <p:cNvSpPr txBox="1">
            <a:spLocks noChangeArrowheads="1"/>
          </p:cNvSpPr>
          <p:nvPr/>
        </p:nvSpPr>
        <p:spPr bwMode="auto">
          <a:xfrm>
            <a:off x="1258888" y="5805488"/>
            <a:ext cx="7670800" cy="10295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marL="285750" indent="-285750" algn="l">
              <a:buClr>
                <a:schemeClr val="tx2">
                  <a:lumMod val="60000"/>
                  <a:lumOff val="40000"/>
                </a:schemeClr>
              </a:buClr>
              <a:buFont typeface="Arial"/>
              <a:buChar char="•"/>
              <a:defRPr/>
            </a:pPr>
            <a:r>
              <a:rPr lang="en-US" dirty="0" smtClean="0">
                <a:cs typeface="Arial" charset="0"/>
              </a:rPr>
              <a:t>Viewing layers that are </a:t>
            </a:r>
            <a:r>
              <a:rPr lang="en-US" dirty="0" err="1" smtClean="0">
                <a:cs typeface="Arial" charset="0"/>
              </a:rPr>
              <a:t>customised</a:t>
            </a:r>
            <a:r>
              <a:rPr lang="en-US" dirty="0" smtClean="0">
                <a:cs typeface="Arial" charset="0"/>
              </a:rPr>
              <a:t> for type of viewer &amp; role </a:t>
            </a:r>
          </a:p>
          <a:p>
            <a:pPr marL="285750" indent="-285750" algn="l">
              <a:buClr>
                <a:schemeClr val="tx2">
                  <a:lumMod val="60000"/>
                  <a:lumOff val="40000"/>
                </a:schemeClr>
              </a:buClr>
              <a:buFont typeface="Arial"/>
              <a:buChar char="•"/>
              <a:defRPr/>
            </a:pPr>
            <a:r>
              <a:rPr lang="en-US" dirty="0" smtClean="0">
                <a:cs typeface="Arial" charset="0"/>
              </a:rPr>
              <a:t>Viewable on a large range of devices, anywhere, anytime</a:t>
            </a:r>
          </a:p>
          <a:p>
            <a:pPr marL="285750" indent="-285750" algn="l">
              <a:buClr>
                <a:schemeClr val="tx2">
                  <a:lumMod val="60000"/>
                  <a:lumOff val="40000"/>
                </a:schemeClr>
              </a:buClr>
              <a:buFont typeface="Arial"/>
              <a:buChar char="•"/>
              <a:defRPr/>
            </a:pPr>
            <a:r>
              <a:rPr lang="en-US" dirty="0" smtClean="0">
                <a:cs typeface="Arial" charset="0"/>
              </a:rPr>
              <a:t>COP  emphasis should be on enabling the free flow of tailored, contextualized information</a:t>
            </a:r>
          </a:p>
        </p:txBody>
      </p:sp>
      <p:sp>
        <p:nvSpPr>
          <p:cNvPr id="5" name="TextBox 4"/>
          <p:cNvSpPr txBox="1"/>
          <p:nvPr/>
        </p:nvSpPr>
        <p:spPr bwMode="auto">
          <a:xfrm>
            <a:off x="3762375" y="1463675"/>
            <a:ext cx="1497013" cy="201613"/>
          </a:xfrm>
          <a:prstGeom prst="rect">
            <a:avLst/>
          </a:prstGeom>
          <a:noFill/>
        </p:spPr>
        <p:txBody>
          <a:bodyPr>
            <a:spAutoFit/>
          </a:bodyPr>
          <a:lstStyle/>
          <a:p>
            <a:pPr algn="ctr" fontAlgn="auto">
              <a:spcBef>
                <a:spcPts val="0"/>
              </a:spcBef>
              <a:spcAft>
                <a:spcPts val="0"/>
              </a:spcAft>
              <a:defRPr/>
            </a:pPr>
            <a:r>
              <a:rPr lang="en-AU" sz="800" b="1" dirty="0">
                <a:solidFill>
                  <a:schemeClr val="tx1">
                    <a:lumMod val="50000"/>
                  </a:schemeClr>
                </a:solidFill>
                <a:latin typeface="+mn-lt"/>
                <a:ea typeface="+mn-ea"/>
              </a:rPr>
              <a:t>VIEWING LAYER</a:t>
            </a:r>
          </a:p>
        </p:txBody>
      </p:sp>
      <p:sp>
        <p:nvSpPr>
          <p:cNvPr id="34" name="TextBox 33"/>
          <p:cNvSpPr txBox="1"/>
          <p:nvPr/>
        </p:nvSpPr>
        <p:spPr bwMode="auto">
          <a:xfrm>
            <a:off x="3762375" y="4505325"/>
            <a:ext cx="1497013" cy="203200"/>
          </a:xfrm>
          <a:prstGeom prst="rect">
            <a:avLst/>
          </a:prstGeom>
          <a:noFill/>
        </p:spPr>
        <p:txBody>
          <a:bodyPr>
            <a:spAutoFit/>
          </a:bodyPr>
          <a:lstStyle/>
          <a:p>
            <a:pPr algn="ctr" fontAlgn="auto">
              <a:spcBef>
                <a:spcPts val="0"/>
              </a:spcBef>
              <a:spcAft>
                <a:spcPts val="0"/>
              </a:spcAft>
              <a:defRPr/>
            </a:pPr>
            <a:r>
              <a:rPr lang="en-AU" sz="800" b="1" dirty="0">
                <a:solidFill>
                  <a:schemeClr val="tx1">
                    <a:lumMod val="50000"/>
                  </a:schemeClr>
                </a:solidFill>
                <a:latin typeface="+mn-lt"/>
                <a:ea typeface="+mn-ea"/>
              </a:rPr>
              <a:t>VIEWING LAYER</a:t>
            </a:r>
          </a:p>
        </p:txBody>
      </p:sp>
      <p:sp>
        <p:nvSpPr>
          <p:cNvPr id="35" name="TextBox 34"/>
          <p:cNvSpPr txBox="1"/>
          <p:nvPr/>
        </p:nvSpPr>
        <p:spPr bwMode="auto">
          <a:xfrm>
            <a:off x="3733800" y="1787525"/>
            <a:ext cx="1497013" cy="201613"/>
          </a:xfrm>
          <a:prstGeom prst="rect">
            <a:avLst/>
          </a:prstGeom>
          <a:noFill/>
        </p:spPr>
        <p:txBody>
          <a:bodyPr>
            <a:spAutoFit/>
          </a:bodyPr>
          <a:lstStyle/>
          <a:p>
            <a:pPr algn="ctr" fontAlgn="auto">
              <a:spcBef>
                <a:spcPts val="0"/>
              </a:spcBef>
              <a:spcAft>
                <a:spcPts val="0"/>
              </a:spcAft>
              <a:defRPr/>
            </a:pPr>
            <a:r>
              <a:rPr lang="en-AU" sz="800" b="1" dirty="0">
                <a:solidFill>
                  <a:schemeClr val="tx1">
                    <a:lumMod val="50000"/>
                  </a:schemeClr>
                </a:solidFill>
                <a:latin typeface="+mn-lt"/>
                <a:ea typeface="+mn-ea"/>
              </a:rPr>
              <a:t>INFORMATION ACCESS</a:t>
            </a:r>
          </a:p>
        </p:txBody>
      </p:sp>
      <p:sp>
        <p:nvSpPr>
          <p:cNvPr id="40" name="TextBox 39"/>
          <p:cNvSpPr txBox="1"/>
          <p:nvPr/>
        </p:nvSpPr>
        <p:spPr bwMode="auto">
          <a:xfrm>
            <a:off x="3754438" y="4195763"/>
            <a:ext cx="1498600" cy="201612"/>
          </a:xfrm>
          <a:prstGeom prst="rect">
            <a:avLst/>
          </a:prstGeom>
          <a:noFill/>
        </p:spPr>
        <p:txBody>
          <a:bodyPr>
            <a:spAutoFit/>
          </a:bodyPr>
          <a:lstStyle/>
          <a:p>
            <a:pPr algn="ctr" fontAlgn="auto">
              <a:spcBef>
                <a:spcPts val="0"/>
              </a:spcBef>
              <a:spcAft>
                <a:spcPts val="0"/>
              </a:spcAft>
              <a:defRPr/>
            </a:pPr>
            <a:r>
              <a:rPr lang="en-AU" sz="800" b="1" dirty="0">
                <a:solidFill>
                  <a:schemeClr val="tx1">
                    <a:lumMod val="50000"/>
                  </a:schemeClr>
                </a:solidFill>
                <a:latin typeface="+mn-lt"/>
                <a:ea typeface="+mn-ea"/>
              </a:rPr>
              <a:t>INFORMATION ACCESS</a:t>
            </a:r>
          </a:p>
        </p:txBody>
      </p:sp>
      <p:pic>
        <p:nvPicPr>
          <p:cNvPr id="13321" name="Picture 48" descr="crow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4950" y="4924425"/>
            <a:ext cx="874713"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9" name="Oval 5"/>
          <p:cNvSpPr>
            <a:spLocks noChangeArrowheads="1"/>
          </p:cNvSpPr>
          <p:nvPr/>
        </p:nvSpPr>
        <p:spPr bwMode="auto">
          <a:xfrm>
            <a:off x="2838450" y="2451100"/>
            <a:ext cx="514350" cy="508000"/>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INCIDENT</a:t>
            </a:r>
          </a:p>
        </p:txBody>
      </p:sp>
      <p:sp>
        <p:nvSpPr>
          <p:cNvPr id="2070" name="Oval 55"/>
          <p:cNvSpPr>
            <a:spLocks noChangeArrowheads="1"/>
          </p:cNvSpPr>
          <p:nvPr/>
        </p:nvSpPr>
        <p:spPr bwMode="auto">
          <a:xfrm>
            <a:off x="3575050" y="3595688"/>
            <a:ext cx="515938" cy="506412"/>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RESOURCES</a:t>
            </a:r>
          </a:p>
        </p:txBody>
      </p:sp>
      <p:sp>
        <p:nvSpPr>
          <p:cNvPr id="2071" name="Oval 56"/>
          <p:cNvSpPr>
            <a:spLocks noChangeArrowheads="1"/>
          </p:cNvSpPr>
          <p:nvPr/>
        </p:nvSpPr>
        <p:spPr bwMode="auto">
          <a:xfrm>
            <a:off x="4732338" y="3003550"/>
            <a:ext cx="514350" cy="506413"/>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INFORMED </a:t>
            </a:r>
          </a:p>
          <a:p>
            <a:pPr algn="ctr">
              <a:defRPr/>
            </a:pPr>
            <a:r>
              <a:rPr lang="en-AU" sz="500" b="1" dirty="0">
                <a:solidFill>
                  <a:schemeClr val="bg1"/>
                </a:solidFill>
                <a:latin typeface="+mn-lt"/>
                <a:ea typeface="+mn-ea"/>
              </a:rPr>
              <a:t>PREDICTIONS</a:t>
            </a:r>
          </a:p>
        </p:txBody>
      </p:sp>
      <p:sp>
        <p:nvSpPr>
          <p:cNvPr id="2072" name="Oval 57"/>
          <p:cNvSpPr>
            <a:spLocks noChangeArrowheads="1"/>
          </p:cNvSpPr>
          <p:nvPr/>
        </p:nvSpPr>
        <p:spPr bwMode="auto">
          <a:xfrm>
            <a:off x="5586413" y="3257550"/>
            <a:ext cx="515937" cy="506413"/>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READINESS</a:t>
            </a:r>
          </a:p>
        </p:txBody>
      </p:sp>
      <p:sp>
        <p:nvSpPr>
          <p:cNvPr id="2073" name="Oval 58"/>
          <p:cNvSpPr>
            <a:spLocks noChangeArrowheads="1"/>
          </p:cNvSpPr>
          <p:nvPr/>
        </p:nvSpPr>
        <p:spPr bwMode="auto">
          <a:xfrm>
            <a:off x="3197225" y="2871788"/>
            <a:ext cx="515938" cy="508000"/>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IMPACTS</a:t>
            </a:r>
          </a:p>
        </p:txBody>
      </p:sp>
      <p:sp>
        <p:nvSpPr>
          <p:cNvPr id="2074" name="Oval 59"/>
          <p:cNvSpPr>
            <a:spLocks noChangeArrowheads="1"/>
          </p:cNvSpPr>
          <p:nvPr/>
        </p:nvSpPr>
        <p:spPr bwMode="auto">
          <a:xfrm>
            <a:off x="4187825" y="3254375"/>
            <a:ext cx="517525" cy="506413"/>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RISKS </a:t>
            </a:r>
          </a:p>
          <a:p>
            <a:pPr algn="ctr">
              <a:defRPr/>
            </a:pPr>
            <a:r>
              <a:rPr lang="en-AU" sz="500" b="1" dirty="0">
                <a:solidFill>
                  <a:schemeClr val="bg1"/>
                </a:solidFill>
                <a:latin typeface="+mn-lt"/>
                <a:ea typeface="+mn-ea"/>
              </a:rPr>
              <a:t>&amp; VALUES</a:t>
            </a:r>
          </a:p>
        </p:txBody>
      </p:sp>
      <p:sp>
        <p:nvSpPr>
          <p:cNvPr id="2075" name="Oval 60"/>
          <p:cNvSpPr>
            <a:spLocks noChangeArrowheads="1"/>
          </p:cNvSpPr>
          <p:nvPr/>
        </p:nvSpPr>
        <p:spPr bwMode="auto">
          <a:xfrm>
            <a:off x="4916488" y="2220913"/>
            <a:ext cx="515937" cy="506412"/>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PLANS &amp; </a:t>
            </a:r>
          </a:p>
          <a:p>
            <a:pPr algn="ctr">
              <a:defRPr/>
            </a:pPr>
            <a:r>
              <a:rPr lang="en-AU" sz="500" b="1" dirty="0">
                <a:solidFill>
                  <a:schemeClr val="bg1"/>
                </a:solidFill>
                <a:latin typeface="+mn-lt"/>
                <a:ea typeface="+mn-ea"/>
              </a:rPr>
              <a:t>DOCUMENTS</a:t>
            </a:r>
          </a:p>
        </p:txBody>
      </p:sp>
      <p:sp>
        <p:nvSpPr>
          <p:cNvPr id="2076" name="Oval 61"/>
          <p:cNvSpPr>
            <a:spLocks noChangeArrowheads="1"/>
          </p:cNvSpPr>
          <p:nvPr/>
        </p:nvSpPr>
        <p:spPr bwMode="auto">
          <a:xfrm>
            <a:off x="2611438" y="3048000"/>
            <a:ext cx="515937" cy="508000"/>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CONDITIONS</a:t>
            </a:r>
          </a:p>
        </p:txBody>
      </p:sp>
      <p:sp>
        <p:nvSpPr>
          <p:cNvPr id="2077" name="Oval 62"/>
          <p:cNvSpPr>
            <a:spLocks noChangeArrowheads="1"/>
          </p:cNvSpPr>
          <p:nvPr/>
        </p:nvSpPr>
        <p:spPr bwMode="auto">
          <a:xfrm>
            <a:off x="4187825" y="2057400"/>
            <a:ext cx="515938" cy="508000"/>
          </a:xfrm>
          <a:prstGeom prst="ellipse">
            <a:avLst/>
          </a:prstGeom>
          <a:gradFill rotWithShape="1">
            <a:gsLst>
              <a:gs pos="0">
                <a:srgbClr val="9CC746"/>
              </a:gs>
              <a:gs pos="20000">
                <a:srgbClr val="9BC348"/>
              </a:gs>
              <a:gs pos="100000">
                <a:srgbClr val="769535"/>
              </a:gs>
            </a:gsLst>
            <a:lin ang="5400000"/>
          </a:gradFill>
          <a:ln w="9525">
            <a:solidFill>
              <a:srgbClr val="98B954"/>
            </a:solidFill>
            <a:round/>
            <a:headEnd/>
            <a:tailEnd/>
          </a:ln>
          <a:effectLst>
            <a:outerShdw blurRad="40000" dist="23000" dir="5400000" rotWithShape="0">
              <a:srgbClr val="808080">
                <a:alpha val="34999"/>
              </a:srgbClr>
            </a:outerShdw>
          </a:effectLst>
        </p:spPr>
        <p:txBody>
          <a:bodyPr wrap="none" lIns="0" tIns="0" rIns="0" bIns="0" anchor="ctr"/>
          <a:lstStyle/>
          <a:p>
            <a:pPr algn="ctr">
              <a:defRPr/>
            </a:pPr>
            <a:r>
              <a:rPr lang="en-AU" sz="500" b="1" dirty="0">
                <a:solidFill>
                  <a:schemeClr val="bg1"/>
                </a:solidFill>
                <a:latin typeface="+mn-lt"/>
                <a:ea typeface="+mn-ea"/>
              </a:rPr>
              <a:t>ENVIRONMENT</a:t>
            </a:r>
          </a:p>
        </p:txBody>
      </p:sp>
      <p:pic>
        <p:nvPicPr>
          <p:cNvPr id="13331" name="Picture 8" descr="Ambulance Victoria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2288" y="1687513"/>
            <a:ext cx="2413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2" name="Picture 16" descr="CFA"/>
          <p:cNvPicPr>
            <a:picLocks noChangeAspect="1" noChangeArrowheads="1"/>
          </p:cNvPicPr>
          <p:nvPr/>
        </p:nvPicPr>
        <p:blipFill>
          <a:blip r:embed="rId4">
            <a:extLst>
              <a:ext uri="{28A0092B-C50C-407E-A947-70E740481C1C}">
                <a14:useLocalDpi xmlns:a14="http://schemas.microsoft.com/office/drawing/2010/main" val="0"/>
              </a:ext>
            </a:extLst>
          </a:blip>
          <a:srcRect l="38345"/>
          <a:stretch>
            <a:fillRect/>
          </a:stretch>
        </p:blipFill>
        <p:spPr bwMode="auto">
          <a:xfrm>
            <a:off x="6399213" y="1258888"/>
            <a:ext cx="1620837"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3" name="Picture 18" descr="Victoria Police Home p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70763" y="1687513"/>
            <a:ext cx="344487"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4" name="Picture 22" descr="132 500"/>
          <p:cNvPicPr>
            <a:picLocks noChangeAspect="1" noChangeArrowheads="1"/>
          </p:cNvPicPr>
          <p:nvPr/>
        </p:nvPicPr>
        <p:blipFill>
          <a:blip r:embed="rId6">
            <a:extLst>
              <a:ext uri="{28A0092B-C50C-407E-A947-70E740481C1C}">
                <a14:useLocalDpi xmlns:a14="http://schemas.microsoft.com/office/drawing/2010/main" val="0"/>
              </a:ext>
            </a:extLst>
          </a:blip>
          <a:srcRect l="15167" t="20547" r="60872" b="31557"/>
          <a:stretch>
            <a:fillRect/>
          </a:stretch>
        </p:blipFill>
        <p:spPr bwMode="auto">
          <a:xfrm>
            <a:off x="7145338" y="1687513"/>
            <a:ext cx="1682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5" name="TextBox 7"/>
          <p:cNvSpPr txBox="1">
            <a:spLocks noChangeArrowheads="1"/>
          </p:cNvSpPr>
          <p:nvPr/>
        </p:nvSpPr>
        <p:spPr bwMode="auto">
          <a:xfrm>
            <a:off x="4140200" y="4840288"/>
            <a:ext cx="287338"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AU" sz="700">
                <a:solidFill>
                  <a:srgbClr val="403152"/>
                </a:solidFill>
              </a:rPr>
              <a:t>PUBLIC</a:t>
            </a:r>
          </a:p>
        </p:txBody>
      </p:sp>
      <p:sp>
        <p:nvSpPr>
          <p:cNvPr id="13336" name="TextBox 71"/>
          <p:cNvSpPr txBox="1">
            <a:spLocks noChangeArrowheads="1"/>
          </p:cNvSpPr>
          <p:nvPr/>
        </p:nvSpPr>
        <p:spPr bwMode="auto">
          <a:xfrm>
            <a:off x="1765300" y="4498975"/>
            <a:ext cx="571500"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AU" sz="700">
                <a:solidFill>
                  <a:srgbClr val="403152"/>
                </a:solidFill>
              </a:rPr>
              <a:t>MEDIA</a:t>
            </a:r>
          </a:p>
        </p:txBody>
      </p:sp>
      <p:sp>
        <p:nvSpPr>
          <p:cNvPr id="13337" name="TextBox 72"/>
          <p:cNvSpPr txBox="1">
            <a:spLocks noChangeArrowheads="1"/>
          </p:cNvSpPr>
          <p:nvPr/>
        </p:nvSpPr>
        <p:spPr bwMode="auto">
          <a:xfrm>
            <a:off x="6435725" y="1125538"/>
            <a:ext cx="1550988" cy="10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AU" sz="700">
                <a:solidFill>
                  <a:srgbClr val="403152"/>
                </a:solidFill>
              </a:rPr>
              <a:t>EMERGENCY SERVICE ORGANISATIONS</a:t>
            </a:r>
          </a:p>
        </p:txBody>
      </p:sp>
      <p:sp>
        <p:nvSpPr>
          <p:cNvPr id="74" name="TextBox 73"/>
          <p:cNvSpPr txBox="1"/>
          <p:nvPr/>
        </p:nvSpPr>
        <p:spPr bwMode="auto">
          <a:xfrm>
            <a:off x="1979613" y="1292225"/>
            <a:ext cx="1143000" cy="201613"/>
          </a:xfrm>
          <a:prstGeom prst="rect">
            <a:avLst/>
          </a:prstGeom>
          <a:noFill/>
        </p:spPr>
        <p:txBody>
          <a:bodyPr lIns="0" tIns="0" rIns="0" bIns="0">
            <a:spAutoFit/>
          </a:bodyPr>
          <a:lstStyle/>
          <a:p>
            <a:pPr fontAlgn="auto">
              <a:spcBef>
                <a:spcPts val="0"/>
              </a:spcBef>
              <a:spcAft>
                <a:spcPts val="0"/>
              </a:spcAft>
              <a:defRPr/>
            </a:pPr>
            <a:r>
              <a:rPr lang="en-AU" sz="700" dirty="0">
                <a:solidFill>
                  <a:schemeClr val="accent4">
                    <a:lumMod val="50000"/>
                  </a:schemeClr>
                </a:solidFill>
                <a:latin typeface="+mn-lt"/>
                <a:ea typeface="+mn-ea"/>
              </a:rPr>
              <a:t>GOVERNMENT AND</a:t>
            </a:r>
            <a:br>
              <a:rPr lang="en-AU" sz="700" dirty="0">
                <a:solidFill>
                  <a:schemeClr val="accent4">
                    <a:lumMod val="50000"/>
                  </a:schemeClr>
                </a:solidFill>
                <a:latin typeface="+mn-lt"/>
                <a:ea typeface="+mn-ea"/>
              </a:rPr>
            </a:br>
            <a:r>
              <a:rPr lang="en-AU" sz="700" dirty="0">
                <a:solidFill>
                  <a:schemeClr val="accent4">
                    <a:lumMod val="50000"/>
                  </a:schemeClr>
                </a:solidFill>
                <a:latin typeface="+mn-lt"/>
                <a:ea typeface="+mn-ea"/>
              </a:rPr>
              <a:t>GOVERNMENT BODIES</a:t>
            </a:r>
          </a:p>
        </p:txBody>
      </p:sp>
      <p:pic>
        <p:nvPicPr>
          <p:cNvPr id="13339" name="Picture 24" descr="Access to the information and services of the Australian, State, Territory and Local government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58888" y="1147763"/>
            <a:ext cx="64452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0" name="TextBox 75"/>
          <p:cNvSpPr txBox="1">
            <a:spLocks noChangeArrowheads="1"/>
          </p:cNvSpPr>
          <p:nvPr/>
        </p:nvSpPr>
        <p:spPr bwMode="auto">
          <a:xfrm>
            <a:off x="6332538" y="4652963"/>
            <a:ext cx="14795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AU" sz="700">
                <a:solidFill>
                  <a:srgbClr val="403152"/>
                </a:solidFill>
              </a:rPr>
              <a:t>INDUSTRY AND SUPPORT AGENCIES</a:t>
            </a:r>
          </a:p>
        </p:txBody>
      </p:sp>
      <p:pic>
        <p:nvPicPr>
          <p:cNvPr id="13341" name="Picture 42" descr="TRUenerg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10313" y="4818063"/>
            <a:ext cx="292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2" name="Picture 44" descr="Origin Energ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073900" y="4818063"/>
            <a:ext cx="2381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43" name="TextBox 42"/>
          <p:cNvSpPr txBox="1">
            <a:spLocks noChangeArrowheads="1"/>
          </p:cNvSpPr>
          <p:nvPr/>
        </p:nvSpPr>
        <p:spPr bwMode="auto">
          <a:xfrm>
            <a:off x="1258888" y="1638300"/>
            <a:ext cx="9207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AU" sz="700">
                <a:solidFill>
                  <a:srgbClr val="403152"/>
                </a:solidFill>
              </a:rPr>
              <a:t>DEPARTMENT OF</a:t>
            </a:r>
            <a:br>
              <a:rPr lang="en-AU" sz="700">
                <a:solidFill>
                  <a:srgbClr val="403152"/>
                </a:solidFill>
              </a:rPr>
            </a:br>
            <a:r>
              <a:rPr lang="en-AU" sz="700">
                <a:solidFill>
                  <a:srgbClr val="403152"/>
                </a:solidFill>
              </a:rPr>
              <a:t>HEALTH AND AGEING</a:t>
            </a:r>
          </a:p>
        </p:txBody>
      </p:sp>
      <p:sp>
        <p:nvSpPr>
          <p:cNvPr id="13344" name="TextBox 43"/>
          <p:cNvSpPr txBox="1">
            <a:spLocks noChangeArrowheads="1"/>
          </p:cNvSpPr>
          <p:nvPr/>
        </p:nvSpPr>
        <p:spPr bwMode="auto">
          <a:xfrm>
            <a:off x="1258888" y="1925638"/>
            <a:ext cx="703262"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Calibri" pitchFamily="34" charset="0"/>
                <a:ea typeface="MS PGothic" pitchFamily="34" charset="-128"/>
              </a:defRPr>
            </a:lvl1pPr>
            <a:lvl2pPr marL="742950" indent="-285750" eaLnBrk="0" hangingPunct="0">
              <a:defRPr sz="2400">
                <a:solidFill>
                  <a:schemeClr val="tx1"/>
                </a:solidFill>
                <a:latin typeface="Calibri" pitchFamily="34" charset="0"/>
                <a:ea typeface="MS PGothic" pitchFamily="34" charset="-128"/>
              </a:defRPr>
            </a:lvl2pPr>
            <a:lvl3pPr marL="1143000" indent="-228600" eaLnBrk="0" hangingPunct="0">
              <a:defRPr sz="2400">
                <a:solidFill>
                  <a:schemeClr val="tx1"/>
                </a:solidFill>
                <a:latin typeface="Calibri" pitchFamily="34" charset="0"/>
                <a:ea typeface="MS PGothic" pitchFamily="34" charset="-128"/>
              </a:defRPr>
            </a:lvl3pPr>
            <a:lvl4pPr marL="1600200" indent="-228600" eaLnBrk="0" hangingPunct="0">
              <a:defRPr sz="2400">
                <a:solidFill>
                  <a:schemeClr val="tx1"/>
                </a:solidFill>
                <a:latin typeface="Calibri" pitchFamily="34" charset="0"/>
                <a:ea typeface="MS PGothic" pitchFamily="34" charset="-128"/>
              </a:defRPr>
            </a:lvl4pPr>
            <a:lvl5pPr marL="2057400" indent="-228600" eaLnBrk="0" hangingPunct="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r>
              <a:rPr lang="en-AU" sz="700">
                <a:solidFill>
                  <a:srgbClr val="403152"/>
                </a:solidFill>
              </a:rPr>
              <a:t>DEPARTMENT</a:t>
            </a:r>
            <a:br>
              <a:rPr lang="en-AU" sz="700">
                <a:solidFill>
                  <a:srgbClr val="403152"/>
                </a:solidFill>
              </a:rPr>
            </a:br>
            <a:r>
              <a:rPr lang="en-AU" sz="700">
                <a:solidFill>
                  <a:srgbClr val="403152"/>
                </a:solidFill>
              </a:rPr>
              <a:t>OF HOUSING</a:t>
            </a:r>
          </a:p>
        </p:txBody>
      </p:sp>
      <p:pic>
        <p:nvPicPr>
          <p:cNvPr id="13345" name="Picture 46" descr="Go to Home Page"/>
          <p:cNvPicPr>
            <a:picLocks noChangeAspect="1" noChangeArrowheads="1"/>
          </p:cNvPicPr>
          <p:nvPr/>
        </p:nvPicPr>
        <p:blipFill>
          <a:blip r:embed="rId10">
            <a:extLst>
              <a:ext uri="{28A0092B-C50C-407E-A947-70E740481C1C}">
                <a14:useLocalDpi xmlns:a14="http://schemas.microsoft.com/office/drawing/2010/main" val="0"/>
              </a:ext>
            </a:extLst>
          </a:blip>
          <a:srcRect r="81119"/>
          <a:stretch>
            <a:fillRect/>
          </a:stretch>
        </p:blipFill>
        <p:spPr bwMode="auto">
          <a:xfrm>
            <a:off x="6669088" y="4818063"/>
            <a:ext cx="3603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6" name="Picture 48" descr="ABC News"/>
          <p:cNvPicPr>
            <a:picLocks noChangeAspect="1" noChangeArrowheads="1"/>
          </p:cNvPicPr>
          <p:nvPr/>
        </p:nvPicPr>
        <p:blipFill>
          <a:blip r:embed="rId11">
            <a:extLst>
              <a:ext uri="{28A0092B-C50C-407E-A947-70E740481C1C}">
                <a14:useLocalDpi xmlns:a14="http://schemas.microsoft.com/office/drawing/2010/main" val="0"/>
              </a:ext>
            </a:extLst>
          </a:blip>
          <a:srcRect l="9135" t="26950" r="74199" b="22946"/>
          <a:stretch>
            <a:fillRect/>
          </a:stretch>
        </p:blipFill>
        <p:spPr bwMode="auto">
          <a:xfrm>
            <a:off x="2211388" y="4873625"/>
            <a:ext cx="3222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7" name="Picture 50" descr="http://news.ninemsn.com.au/img/footer/news_footer_03.gif"/>
          <p:cNvPicPr>
            <a:picLocks noChangeAspect="1" noChangeArrowheads="1"/>
          </p:cNvPicPr>
          <p:nvPr/>
        </p:nvPicPr>
        <p:blipFill>
          <a:blip r:embed="rId12" cstate="print">
            <a:extLst>
              <a:ext uri="{28A0092B-C50C-407E-A947-70E740481C1C}">
                <a14:useLocalDpi xmlns:a14="http://schemas.microsoft.com/office/drawing/2010/main" val="0"/>
              </a:ext>
            </a:extLst>
          </a:blip>
          <a:srcRect b="26988"/>
          <a:stretch>
            <a:fillRect/>
          </a:stretch>
        </p:blipFill>
        <p:spPr bwMode="auto">
          <a:xfrm>
            <a:off x="2211388" y="4654550"/>
            <a:ext cx="515937"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72" name="Picture 52" descr="http://widgets.twimg.com/i/widget-logo.png"/>
          <p:cNvPicPr>
            <a:picLocks noChangeAspect="1" noChangeArrowheads="1"/>
          </p:cNvPicPr>
          <p:nvPr/>
        </p:nvPicPr>
        <p:blipFill>
          <a:blip r:embed="rId13"/>
          <a:srcRect/>
          <a:stretch>
            <a:fillRect/>
          </a:stretch>
        </p:blipFill>
        <p:spPr bwMode="auto">
          <a:xfrm>
            <a:off x="2219325" y="5173663"/>
            <a:ext cx="641350" cy="128587"/>
          </a:xfrm>
          <a:prstGeom prst="rect">
            <a:avLst/>
          </a:prstGeom>
          <a:solidFill>
            <a:schemeClr val="bg2">
              <a:lumMod val="60000"/>
              <a:lumOff val="40000"/>
            </a:schemeClr>
          </a:solidFill>
        </p:spPr>
      </p:pic>
      <p:pic>
        <p:nvPicPr>
          <p:cNvPr id="13349" name="Picture 32" descr="C:\Users\Event Equipment\Downloads\MP900386150.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746250" y="4654550"/>
            <a:ext cx="4048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Arrow Connector 3"/>
          <p:cNvCxnSpPr>
            <a:cxnSpLocks noChangeShapeType="1"/>
          </p:cNvCxnSpPr>
          <p:nvPr/>
        </p:nvCxnSpPr>
        <p:spPr bwMode="auto">
          <a:xfrm>
            <a:off x="2825750" y="1620838"/>
            <a:ext cx="539750" cy="538162"/>
          </a:xfrm>
          <a:prstGeom prst="straightConnector1">
            <a:avLst/>
          </a:prstGeom>
          <a:noFill/>
          <a:ln w="25400">
            <a:solidFill>
              <a:srgbClr val="E6A11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3" name="Straight Arrow Connector 52"/>
          <p:cNvCxnSpPr>
            <a:cxnSpLocks noChangeShapeType="1"/>
          </p:cNvCxnSpPr>
          <p:nvPr/>
        </p:nvCxnSpPr>
        <p:spPr bwMode="auto">
          <a:xfrm flipV="1">
            <a:off x="2354263" y="3844925"/>
            <a:ext cx="673100" cy="608013"/>
          </a:xfrm>
          <a:prstGeom prst="straightConnector1">
            <a:avLst/>
          </a:prstGeom>
          <a:noFill/>
          <a:ln w="25400">
            <a:solidFill>
              <a:srgbClr val="E6A11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Arrow Connector 54"/>
          <p:cNvCxnSpPr>
            <a:cxnSpLocks noChangeShapeType="1"/>
          </p:cNvCxnSpPr>
          <p:nvPr/>
        </p:nvCxnSpPr>
        <p:spPr bwMode="auto">
          <a:xfrm flipV="1">
            <a:off x="4916488" y="3867150"/>
            <a:ext cx="384175" cy="1057275"/>
          </a:xfrm>
          <a:prstGeom prst="straightConnector1">
            <a:avLst/>
          </a:prstGeom>
          <a:noFill/>
          <a:ln w="25400">
            <a:solidFill>
              <a:srgbClr val="E6A11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9" name="Straight Arrow Connector 58"/>
          <p:cNvCxnSpPr>
            <a:cxnSpLocks noChangeShapeType="1"/>
          </p:cNvCxnSpPr>
          <p:nvPr/>
        </p:nvCxnSpPr>
        <p:spPr bwMode="auto">
          <a:xfrm flipH="1" flipV="1">
            <a:off x="6227763" y="3213100"/>
            <a:ext cx="538162" cy="1008063"/>
          </a:xfrm>
          <a:prstGeom prst="straightConnector1">
            <a:avLst/>
          </a:prstGeom>
          <a:noFill/>
          <a:ln w="25400">
            <a:solidFill>
              <a:srgbClr val="E6A11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62" name="Straight Arrow Connector 61"/>
          <p:cNvCxnSpPr>
            <a:cxnSpLocks noChangeShapeType="1"/>
          </p:cNvCxnSpPr>
          <p:nvPr/>
        </p:nvCxnSpPr>
        <p:spPr bwMode="auto">
          <a:xfrm flipH="1">
            <a:off x="5927725" y="1822450"/>
            <a:ext cx="868363" cy="804863"/>
          </a:xfrm>
          <a:prstGeom prst="straightConnector1">
            <a:avLst/>
          </a:prstGeom>
          <a:noFill/>
          <a:ln w="25400">
            <a:solidFill>
              <a:srgbClr val="E6A11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65" name="Straight Arrow Connector 64"/>
          <p:cNvCxnSpPr>
            <a:cxnSpLocks noChangeShapeType="1"/>
          </p:cNvCxnSpPr>
          <p:nvPr/>
        </p:nvCxnSpPr>
        <p:spPr bwMode="auto">
          <a:xfrm flipH="1" flipV="1">
            <a:off x="2219325" y="1687513"/>
            <a:ext cx="336550" cy="33655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1" name="Straight Arrow Connector 70"/>
          <p:cNvCxnSpPr>
            <a:cxnSpLocks noChangeShapeType="1"/>
          </p:cNvCxnSpPr>
          <p:nvPr/>
        </p:nvCxnSpPr>
        <p:spPr bwMode="auto">
          <a:xfrm flipH="1">
            <a:off x="2792413" y="4346575"/>
            <a:ext cx="260350" cy="271463"/>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5" name="Straight Arrow Connector 74"/>
          <p:cNvCxnSpPr>
            <a:cxnSpLocks noChangeShapeType="1"/>
          </p:cNvCxnSpPr>
          <p:nvPr/>
        </p:nvCxnSpPr>
        <p:spPr bwMode="auto">
          <a:xfrm>
            <a:off x="3770313" y="4519613"/>
            <a:ext cx="269875" cy="404812"/>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8" name="Straight Arrow Connector 77"/>
          <p:cNvCxnSpPr>
            <a:cxnSpLocks noChangeShapeType="1"/>
          </p:cNvCxnSpPr>
          <p:nvPr/>
        </p:nvCxnSpPr>
        <p:spPr bwMode="auto">
          <a:xfrm flipV="1">
            <a:off x="6262688" y="1620838"/>
            <a:ext cx="339725" cy="334962"/>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81" name="Straight Arrow Connector 80"/>
          <p:cNvCxnSpPr>
            <a:cxnSpLocks noChangeShapeType="1"/>
          </p:cNvCxnSpPr>
          <p:nvPr/>
        </p:nvCxnSpPr>
        <p:spPr bwMode="auto">
          <a:xfrm>
            <a:off x="6804025" y="3860800"/>
            <a:ext cx="312738" cy="593725"/>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49" name="Rectangle 2"/>
          <p:cNvSpPr txBox="1">
            <a:spLocks noChangeArrowheads="1"/>
          </p:cNvSpPr>
          <p:nvPr/>
        </p:nvSpPr>
        <p:spPr bwMode="auto">
          <a:xfrm>
            <a:off x="733425" y="47625"/>
            <a:ext cx="77993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cs typeface="Arial" charset="0"/>
              </a:defRPr>
            </a:lvl1pPr>
            <a:lvl2pPr marL="742950" indent="-285750" eaLnBrk="0" hangingPunct="0">
              <a:defRPr sz="1400">
                <a:solidFill>
                  <a:schemeClr val="tx1"/>
                </a:solidFill>
                <a:latin typeface="Arial" charset="0"/>
                <a:cs typeface="Arial" charset="0"/>
              </a:defRPr>
            </a:lvl2pPr>
            <a:lvl3pPr marL="1143000" indent="-228600" eaLnBrk="0" hangingPunct="0">
              <a:defRPr sz="1400">
                <a:solidFill>
                  <a:schemeClr val="tx1"/>
                </a:solidFill>
                <a:latin typeface="Arial" charset="0"/>
                <a:cs typeface="Arial" charset="0"/>
              </a:defRPr>
            </a:lvl3pPr>
            <a:lvl4pPr marL="1600200" indent="-228600" eaLnBrk="0" hangingPunct="0">
              <a:defRPr sz="1400">
                <a:solidFill>
                  <a:schemeClr val="tx1"/>
                </a:solidFill>
                <a:latin typeface="Arial" charset="0"/>
                <a:cs typeface="Arial" charset="0"/>
              </a:defRPr>
            </a:lvl4pPr>
            <a:lvl5pPr marL="2057400" indent="-228600" eaLnBrk="0" hangingPunct="0">
              <a:defRPr sz="1400">
                <a:solidFill>
                  <a:schemeClr val="tx1"/>
                </a:solidFill>
                <a:latin typeface="Arial" charset="0"/>
                <a:cs typeface="Arial" charset="0"/>
              </a:defRPr>
            </a:lvl5pPr>
            <a:lvl6pPr marL="2514600" indent="-228600" algn="ctr" eaLnBrk="0" fontAlgn="base" hangingPunct="0">
              <a:lnSpc>
                <a:spcPct val="105000"/>
              </a:lnSpc>
              <a:spcBef>
                <a:spcPct val="60000"/>
              </a:spcBef>
              <a:spcAft>
                <a:spcPct val="0"/>
              </a:spcAft>
              <a:defRPr sz="1400">
                <a:solidFill>
                  <a:schemeClr val="tx1"/>
                </a:solidFill>
                <a:latin typeface="Arial" charset="0"/>
                <a:cs typeface="Arial" charset="0"/>
              </a:defRPr>
            </a:lvl6pPr>
            <a:lvl7pPr marL="2971800" indent="-228600" algn="ctr" eaLnBrk="0" fontAlgn="base" hangingPunct="0">
              <a:lnSpc>
                <a:spcPct val="105000"/>
              </a:lnSpc>
              <a:spcBef>
                <a:spcPct val="60000"/>
              </a:spcBef>
              <a:spcAft>
                <a:spcPct val="0"/>
              </a:spcAft>
              <a:defRPr sz="1400">
                <a:solidFill>
                  <a:schemeClr val="tx1"/>
                </a:solidFill>
                <a:latin typeface="Arial" charset="0"/>
                <a:cs typeface="Arial" charset="0"/>
              </a:defRPr>
            </a:lvl7pPr>
            <a:lvl8pPr marL="3429000" indent="-228600" algn="ctr" eaLnBrk="0" fontAlgn="base" hangingPunct="0">
              <a:lnSpc>
                <a:spcPct val="105000"/>
              </a:lnSpc>
              <a:spcBef>
                <a:spcPct val="60000"/>
              </a:spcBef>
              <a:spcAft>
                <a:spcPct val="0"/>
              </a:spcAft>
              <a:defRPr sz="1400">
                <a:solidFill>
                  <a:schemeClr val="tx1"/>
                </a:solidFill>
                <a:latin typeface="Arial" charset="0"/>
                <a:cs typeface="Arial" charset="0"/>
              </a:defRPr>
            </a:lvl8pPr>
            <a:lvl9pPr marL="3886200" indent="-228600" algn="ctr" eaLnBrk="0" fontAlgn="base" hangingPunct="0">
              <a:lnSpc>
                <a:spcPct val="105000"/>
              </a:lnSpc>
              <a:spcBef>
                <a:spcPct val="60000"/>
              </a:spcBef>
              <a:spcAft>
                <a:spcPct val="0"/>
              </a:spcAft>
              <a:defRPr sz="1400">
                <a:solidFill>
                  <a:schemeClr val="tx1"/>
                </a:solidFill>
                <a:latin typeface="Arial" charset="0"/>
                <a:cs typeface="Arial" charset="0"/>
              </a:defRPr>
            </a:lvl9pPr>
          </a:lstStyle>
          <a:p>
            <a:pPr eaLnBrk="1" hangingPunct="1">
              <a:spcBef>
                <a:spcPct val="0"/>
              </a:spcBef>
            </a:pPr>
            <a:r>
              <a:rPr lang="en-US" sz="2000" b="1" dirty="0">
                <a:solidFill>
                  <a:schemeClr val="tx2"/>
                </a:solidFill>
              </a:rPr>
              <a:t>Common Operating Picture  - </a:t>
            </a:r>
            <a:r>
              <a:rPr lang="en-US" sz="2000" b="1" dirty="0" smtClean="0">
                <a:solidFill>
                  <a:schemeClr val="tx2"/>
                </a:solidFill>
              </a:rPr>
              <a:t>our Conceptual </a:t>
            </a:r>
            <a:r>
              <a:rPr lang="en-US" sz="2000" b="1" dirty="0">
                <a:solidFill>
                  <a:schemeClr val="tx2"/>
                </a:solidFill>
              </a:rPr>
              <a:t>D</a:t>
            </a:r>
            <a:r>
              <a:rPr lang="en-US" sz="2000" b="1" dirty="0" smtClean="0">
                <a:solidFill>
                  <a:schemeClr val="tx2"/>
                </a:solidFill>
              </a:rPr>
              <a:t>esign </a:t>
            </a:r>
            <a:endParaRPr lang="en-AU" sz="2000" b="1" dirty="0">
              <a:solidFill>
                <a:schemeClr val="tx2"/>
              </a:solidFill>
            </a:endParaRPr>
          </a:p>
        </p:txBody>
      </p:sp>
    </p:spTree>
    <p:extLst>
      <p:ext uri="{BB962C8B-B14F-4D97-AF65-F5344CB8AC3E}">
        <p14:creationId xmlns:p14="http://schemas.microsoft.com/office/powerpoint/2010/main" val="504424120"/>
      </p:ext>
    </p:extLst>
  </p:cSld>
  <p:clrMapOvr>
    <a:masterClrMapping/>
  </p:clrMapOvr>
  <p:transition spd="slow">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151" y="188640"/>
            <a:ext cx="7799388" cy="928688"/>
          </a:xfrm>
        </p:spPr>
        <p:txBody>
          <a:bodyPr/>
          <a:lstStyle/>
          <a:p>
            <a:r>
              <a:rPr lang="en-AU" dirty="0" smtClean="0"/>
              <a:t>From the interviews and surveys  we determined the information class weightings…for various views and event types…</a:t>
            </a:r>
            <a:endParaRPr lang="en-AU"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3452811"/>
            <a:ext cx="4540727" cy="3139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910" y="1556792"/>
            <a:ext cx="3800457" cy="2939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076056" y="1844824"/>
            <a:ext cx="2520280" cy="770980"/>
          </a:xfrm>
          <a:prstGeom prst="rect">
            <a:avLst/>
          </a:prstGeom>
          <a:noFill/>
        </p:spPr>
        <p:txBody>
          <a:bodyPr wrap="square" rtlCol="0">
            <a:spAutoFit/>
          </a:bodyPr>
          <a:lstStyle/>
          <a:p>
            <a:r>
              <a:rPr lang="en-AU" b="1" dirty="0" smtClean="0"/>
              <a:t>See dynamic </a:t>
            </a:r>
            <a:r>
              <a:rPr lang="en-AU" b="1" dirty="0" err="1" smtClean="0"/>
              <a:t>spreadsheet</a:t>
            </a:r>
            <a:r>
              <a:rPr lang="en-AU" b="1" dirty="0" smtClean="0"/>
              <a:t> for views by role and type of event…</a:t>
            </a:r>
            <a:endParaRPr lang="en-AU" b="1" dirty="0"/>
          </a:p>
        </p:txBody>
      </p:sp>
    </p:spTree>
    <p:extLst>
      <p:ext uri="{BB962C8B-B14F-4D97-AF65-F5344CB8AC3E}">
        <p14:creationId xmlns:p14="http://schemas.microsoft.com/office/powerpoint/2010/main" val="3211558200"/>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5455"/>
            <a:ext cx="9577064" cy="687241"/>
          </a:xfrm>
        </p:spPr>
        <p:txBody>
          <a:bodyPr/>
          <a:lstStyle/>
          <a:p>
            <a:r>
              <a:rPr lang="en-AU" dirty="0" smtClean="0"/>
              <a:t>Information Datasets evaluated as being essential to COP (blue)</a:t>
            </a:r>
            <a:endParaRPr lang="en-AU" dirty="0"/>
          </a:p>
        </p:txBody>
      </p:sp>
      <p:sp>
        <p:nvSpPr>
          <p:cNvPr id="3" name="TextBox 2"/>
          <p:cNvSpPr txBox="1"/>
          <p:nvPr/>
        </p:nvSpPr>
        <p:spPr>
          <a:xfrm>
            <a:off x="395536" y="6525344"/>
            <a:ext cx="8406478" cy="302840"/>
          </a:xfrm>
          <a:prstGeom prst="rect">
            <a:avLst/>
          </a:prstGeom>
          <a:noFill/>
        </p:spPr>
        <p:txBody>
          <a:bodyPr wrap="square" rtlCol="0">
            <a:spAutoFit/>
          </a:bodyPr>
          <a:lstStyle/>
          <a:p>
            <a:r>
              <a:rPr lang="en-AU" dirty="0" smtClean="0"/>
              <a:t>Note: There is no implied order in the listing.  The listing is in Dataset ID order only for convenience.</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828462"/>
            <a:ext cx="8056344" cy="5696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6307402"/>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Information Datasets </a:t>
            </a:r>
            <a:r>
              <a:rPr lang="en-AU" dirty="0" smtClean="0"/>
              <a:t>evaluated </a:t>
            </a:r>
            <a:r>
              <a:rPr lang="en-AU" dirty="0"/>
              <a:t>as being </a:t>
            </a:r>
            <a:r>
              <a:rPr lang="en-AU" dirty="0" smtClean="0"/>
              <a:t>highly valuable (green) or useful (white) to </a:t>
            </a:r>
            <a:r>
              <a:rPr lang="en-AU" dirty="0"/>
              <a:t>COP</a:t>
            </a:r>
          </a:p>
        </p:txBody>
      </p:sp>
      <p:sp>
        <p:nvSpPr>
          <p:cNvPr id="4" name="TextBox 3"/>
          <p:cNvSpPr txBox="1"/>
          <p:nvPr/>
        </p:nvSpPr>
        <p:spPr>
          <a:xfrm>
            <a:off x="395535" y="5589240"/>
            <a:ext cx="8406478" cy="302840"/>
          </a:xfrm>
          <a:prstGeom prst="rect">
            <a:avLst/>
          </a:prstGeom>
          <a:noFill/>
        </p:spPr>
        <p:txBody>
          <a:bodyPr wrap="square" rtlCol="0">
            <a:spAutoFit/>
          </a:bodyPr>
          <a:lstStyle/>
          <a:p>
            <a:r>
              <a:rPr lang="en-AU" dirty="0" smtClean="0"/>
              <a:t>Note: There is no implied order in the listing.  The listing is in Dataset ID order only for convenience.</a:t>
            </a:r>
            <a:endParaRPr lang="en-AU"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68" y="1268760"/>
            <a:ext cx="8802013" cy="4127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7174089"/>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764704"/>
            <a:ext cx="7799388" cy="1720776"/>
          </a:xfrm>
        </p:spPr>
        <p:txBody>
          <a:bodyPr/>
          <a:lstStyle/>
          <a:p>
            <a:r>
              <a:rPr lang="en-AU" dirty="0" smtClean="0"/>
              <a:t>Each dataset has been subjected to evaluation on the basis of the weightings and other criteria such as ability to share…</a:t>
            </a:r>
            <a:br>
              <a:rPr lang="en-AU" dirty="0" smtClean="0"/>
            </a:br>
            <a:r>
              <a:rPr lang="en-AU" dirty="0"/>
              <a:t/>
            </a:r>
            <a:br>
              <a:rPr lang="en-AU" dirty="0"/>
            </a:br>
            <a:endParaRPr lang="en-AU"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2204864"/>
            <a:ext cx="5269211" cy="2962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600475" y="3284984"/>
            <a:ext cx="2160240" cy="544765"/>
          </a:xfrm>
          <a:prstGeom prst="rect">
            <a:avLst/>
          </a:prstGeom>
          <a:noFill/>
        </p:spPr>
        <p:txBody>
          <a:bodyPr wrap="square" rtlCol="0">
            <a:spAutoFit/>
          </a:bodyPr>
          <a:lstStyle/>
          <a:p>
            <a:r>
              <a:rPr lang="en-AU" b="1" dirty="0" smtClean="0"/>
              <a:t>See Excel dataset analysis toolkit</a:t>
            </a:r>
            <a:endParaRPr lang="en-AU" b="1" dirty="0"/>
          </a:p>
        </p:txBody>
      </p:sp>
    </p:spTree>
    <p:extLst>
      <p:ext uri="{BB962C8B-B14F-4D97-AF65-F5344CB8AC3E}">
        <p14:creationId xmlns:p14="http://schemas.microsoft.com/office/powerpoint/2010/main" val="3242920423"/>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title"/>
          </p:nvPr>
        </p:nvSpPr>
        <p:spPr/>
        <p:txBody>
          <a:bodyPr/>
          <a:lstStyle/>
          <a:p>
            <a:pPr algn="l"/>
            <a:r>
              <a:rPr lang="en-AU" dirty="0" smtClean="0"/>
              <a:t>Information Data Set Groupings</a:t>
            </a:r>
          </a:p>
        </p:txBody>
      </p:sp>
      <p:sp>
        <p:nvSpPr>
          <p:cNvPr id="2051" name="Content Placeholder 2"/>
          <p:cNvSpPr>
            <a:spLocks noGrp="1"/>
          </p:cNvSpPr>
          <p:nvPr>
            <p:ph idx="1"/>
          </p:nvPr>
        </p:nvSpPr>
        <p:spPr>
          <a:xfrm>
            <a:off x="914151" y="1124744"/>
            <a:ext cx="7834313" cy="4416425"/>
          </a:xfrm>
        </p:spPr>
        <p:txBody>
          <a:bodyPr/>
          <a:lstStyle/>
          <a:p>
            <a:pPr marL="0" indent="0">
              <a:buFont typeface="Arial" charset="0"/>
              <a:buNone/>
            </a:pPr>
            <a:r>
              <a:rPr lang="en-AU" sz="2000" dirty="0" smtClean="0">
                <a:latin typeface="+mj-lt"/>
              </a:rPr>
              <a:t>Each of the high rated data sets has been included in one of the following groups:</a:t>
            </a:r>
          </a:p>
          <a:p>
            <a:pPr lvl="1">
              <a:lnSpc>
                <a:spcPct val="100000"/>
              </a:lnSpc>
            </a:pPr>
            <a:r>
              <a:rPr lang="en-AU" sz="2000" dirty="0">
                <a:latin typeface="+mj-lt"/>
              </a:rPr>
              <a:t>A core base layer for COP spatial mapping capability is mandatory e.g. most layers of Firemap were considered at summary level by the COP team and considered as useful for a </a:t>
            </a:r>
            <a:r>
              <a:rPr lang="en-AU" sz="2000" dirty="0" smtClean="0">
                <a:latin typeface="+mj-lt"/>
              </a:rPr>
              <a:t>COP</a:t>
            </a:r>
          </a:p>
          <a:p>
            <a:pPr lvl="1">
              <a:lnSpc>
                <a:spcPct val="100000"/>
              </a:lnSpc>
            </a:pPr>
            <a:r>
              <a:rPr lang="en-AU" sz="2000" dirty="0" smtClean="0">
                <a:latin typeface="+mj-lt"/>
              </a:rPr>
              <a:t>Assets &amp; Values</a:t>
            </a:r>
          </a:p>
          <a:p>
            <a:pPr lvl="1">
              <a:lnSpc>
                <a:spcPct val="100000"/>
              </a:lnSpc>
            </a:pPr>
            <a:r>
              <a:rPr lang="en-AU" sz="2000" dirty="0" smtClean="0">
                <a:latin typeface="+mj-lt"/>
              </a:rPr>
              <a:t>Weather</a:t>
            </a:r>
          </a:p>
          <a:p>
            <a:pPr lvl="1">
              <a:lnSpc>
                <a:spcPct val="100000"/>
              </a:lnSpc>
            </a:pPr>
            <a:r>
              <a:rPr lang="en-AU" sz="2000" dirty="0" smtClean="0">
                <a:latin typeface="+mj-lt"/>
              </a:rPr>
              <a:t>Incident</a:t>
            </a:r>
          </a:p>
          <a:p>
            <a:pPr lvl="1">
              <a:lnSpc>
                <a:spcPct val="100000"/>
              </a:lnSpc>
            </a:pPr>
            <a:r>
              <a:rPr lang="en-AU" sz="2000" dirty="0" smtClean="0">
                <a:latin typeface="+mj-lt"/>
              </a:rPr>
              <a:t>Warnings</a:t>
            </a:r>
          </a:p>
          <a:p>
            <a:pPr lvl="1">
              <a:lnSpc>
                <a:spcPct val="100000"/>
              </a:lnSpc>
            </a:pPr>
            <a:r>
              <a:rPr lang="en-AU" sz="2000" dirty="0" smtClean="0">
                <a:latin typeface="+mj-lt"/>
              </a:rPr>
              <a:t>Resources</a:t>
            </a:r>
          </a:p>
          <a:p>
            <a:pPr lvl="1">
              <a:lnSpc>
                <a:spcPct val="100000"/>
              </a:lnSpc>
            </a:pPr>
            <a:r>
              <a:rPr lang="en-AU" sz="2000" dirty="0" smtClean="0">
                <a:latin typeface="+mj-lt"/>
              </a:rPr>
              <a:t>Plans</a:t>
            </a:r>
          </a:p>
          <a:p>
            <a:pPr lvl="1">
              <a:lnSpc>
                <a:spcPct val="100000"/>
              </a:lnSpc>
            </a:pPr>
            <a:r>
              <a:rPr lang="en-AU" sz="2000" dirty="0" smtClean="0">
                <a:latin typeface="+mj-lt"/>
              </a:rPr>
              <a:t>Other</a:t>
            </a:r>
          </a:p>
        </p:txBody>
      </p:sp>
      <p:pic>
        <p:nvPicPr>
          <p:cNvPr id="20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0988" y="3644900"/>
            <a:ext cx="3289300"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6612010"/>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l"/>
            <a:r>
              <a:rPr lang="en-AU" dirty="0" smtClean="0"/>
              <a:t>Base Information Dataset</a:t>
            </a:r>
          </a:p>
        </p:txBody>
      </p:sp>
      <p:sp>
        <p:nvSpPr>
          <p:cNvPr id="3" name="Content Placeholder 2"/>
          <p:cNvSpPr>
            <a:spLocks noGrp="1"/>
          </p:cNvSpPr>
          <p:nvPr>
            <p:ph idx="1"/>
          </p:nvPr>
        </p:nvSpPr>
        <p:spPr>
          <a:xfrm>
            <a:off x="899592" y="1341438"/>
            <a:ext cx="7787208" cy="2979737"/>
          </a:xfrm>
        </p:spPr>
        <p:txBody>
          <a:bodyPr rtlCol="0">
            <a:noAutofit/>
          </a:bodyPr>
          <a:lstStyle/>
          <a:p>
            <a:pPr marL="0" indent="0" fontAlgn="auto">
              <a:spcAft>
                <a:spcPts val="0"/>
              </a:spcAft>
              <a:buFont typeface="Arial" pitchFamily="34" charset="0"/>
              <a:buNone/>
              <a:defRPr/>
            </a:pPr>
            <a:r>
              <a:rPr lang="en-AU" sz="1800" dirty="0" smtClean="0"/>
              <a:t>Includes:</a:t>
            </a:r>
          </a:p>
          <a:p>
            <a:pPr fontAlgn="auto">
              <a:spcAft>
                <a:spcPts val="0"/>
              </a:spcAft>
              <a:buFont typeface="Arial" pitchFamily="34" charset="0"/>
              <a:buChar char="•"/>
              <a:defRPr/>
            </a:pPr>
            <a:r>
              <a:rPr lang="en-AU" sz="1800" dirty="0" err="1" smtClean="0"/>
              <a:t>Vicmap</a:t>
            </a:r>
            <a:r>
              <a:rPr lang="en-AU" sz="1800" dirty="0" smtClean="0"/>
              <a:t> layers</a:t>
            </a:r>
          </a:p>
          <a:p>
            <a:pPr lvl="1" fontAlgn="auto">
              <a:spcAft>
                <a:spcPts val="0"/>
              </a:spcAft>
              <a:buFont typeface="Arial" pitchFamily="34" charset="0"/>
              <a:buChar char="–"/>
              <a:defRPr/>
            </a:pPr>
            <a:r>
              <a:rPr lang="en-AU" sz="1400" dirty="0" smtClean="0"/>
              <a:t>Roads, Streams, Terrain, Vegetation</a:t>
            </a:r>
          </a:p>
          <a:p>
            <a:pPr fontAlgn="auto">
              <a:spcAft>
                <a:spcPts val="0"/>
              </a:spcAft>
              <a:buFont typeface="Arial" pitchFamily="34" charset="0"/>
              <a:buChar char="•"/>
              <a:defRPr/>
            </a:pPr>
            <a:r>
              <a:rPr lang="en-AU" sz="1800" dirty="0" smtClean="0"/>
              <a:t>Melways </a:t>
            </a:r>
          </a:p>
          <a:p>
            <a:pPr lvl="1" fontAlgn="auto">
              <a:spcAft>
                <a:spcPts val="0"/>
              </a:spcAft>
              <a:buFont typeface="Arial" pitchFamily="34" charset="0"/>
              <a:buChar char="–"/>
              <a:defRPr/>
            </a:pPr>
            <a:r>
              <a:rPr lang="en-AU" sz="1400" dirty="0" smtClean="0"/>
              <a:t>Image, index</a:t>
            </a:r>
          </a:p>
        </p:txBody>
      </p:sp>
      <p:pic>
        <p:nvPicPr>
          <p:cNvPr id="307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4288" y="333375"/>
            <a:ext cx="37242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a:xfrm>
            <a:off x="395288" y="5301208"/>
            <a:ext cx="8229600" cy="54530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None/>
              <a:defRPr/>
            </a:pPr>
            <a:r>
              <a:rPr lang="en-AU" sz="1400" dirty="0" smtClean="0"/>
              <a:t>Datasets nominated </a:t>
            </a:r>
            <a:r>
              <a:rPr lang="en-AU" sz="1400" dirty="0"/>
              <a:t>for inclusion:  BASE,6,52,53,56,57,64, </a:t>
            </a:r>
            <a:r>
              <a:rPr lang="en-AU" sz="1400" dirty="0" smtClean="0"/>
              <a:t>52</a:t>
            </a:r>
            <a:endParaRPr lang="en-AU" sz="1400" dirty="0"/>
          </a:p>
        </p:txBody>
      </p:sp>
    </p:spTree>
    <p:extLst>
      <p:ext uri="{BB962C8B-B14F-4D97-AF65-F5344CB8AC3E}">
        <p14:creationId xmlns:p14="http://schemas.microsoft.com/office/powerpoint/2010/main" val="58900515"/>
      </p:ext>
    </p:extLst>
  </p:cSld>
  <p:clrMapOvr>
    <a:masterClrMapping/>
  </p:clrMapOvr>
  <p:transition spd="slow">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algn="l"/>
            <a:r>
              <a:rPr lang="en-AU" dirty="0" smtClean="0"/>
              <a:t>Assets and Values</a:t>
            </a:r>
          </a:p>
        </p:txBody>
      </p:sp>
      <p:sp>
        <p:nvSpPr>
          <p:cNvPr id="3" name="Content Placeholder 2"/>
          <p:cNvSpPr>
            <a:spLocks noGrp="1"/>
          </p:cNvSpPr>
          <p:nvPr>
            <p:ph idx="1"/>
          </p:nvPr>
        </p:nvSpPr>
        <p:spPr>
          <a:xfrm>
            <a:off x="899592" y="1341438"/>
            <a:ext cx="7787208" cy="2979737"/>
          </a:xfrm>
        </p:spPr>
        <p:txBody>
          <a:bodyPr rtlCol="0">
            <a:noAutofit/>
          </a:bodyPr>
          <a:lstStyle/>
          <a:p>
            <a:pPr marL="0" indent="0" fontAlgn="auto">
              <a:spcAft>
                <a:spcPts val="0"/>
              </a:spcAft>
              <a:buFont typeface="Arial" pitchFamily="34" charset="0"/>
              <a:buNone/>
              <a:defRPr/>
            </a:pPr>
            <a:r>
              <a:rPr lang="en-AU" sz="1800" dirty="0" smtClean="0"/>
              <a:t>Includes:</a:t>
            </a:r>
          </a:p>
          <a:p>
            <a:pPr fontAlgn="auto">
              <a:spcAft>
                <a:spcPts val="0"/>
              </a:spcAft>
              <a:buFont typeface="Arial" pitchFamily="34" charset="0"/>
              <a:buChar char="•"/>
              <a:defRPr/>
            </a:pPr>
            <a:r>
              <a:rPr lang="en-AU" sz="1800" dirty="0" smtClean="0"/>
              <a:t>Population</a:t>
            </a:r>
          </a:p>
          <a:p>
            <a:pPr fontAlgn="auto">
              <a:spcAft>
                <a:spcPts val="0"/>
              </a:spcAft>
              <a:buFont typeface="Arial" pitchFamily="34" charset="0"/>
              <a:buChar char="•"/>
              <a:defRPr/>
            </a:pPr>
            <a:r>
              <a:rPr lang="en-AU" sz="1800" dirty="0" smtClean="0"/>
              <a:t>Community Assets</a:t>
            </a:r>
          </a:p>
          <a:p>
            <a:pPr lvl="1" fontAlgn="auto">
              <a:spcAft>
                <a:spcPts val="0"/>
              </a:spcAft>
              <a:buFont typeface="Arial" pitchFamily="34" charset="0"/>
              <a:buChar char="–"/>
              <a:defRPr/>
            </a:pPr>
            <a:r>
              <a:rPr lang="en-AU" sz="1400" dirty="0" smtClean="0"/>
              <a:t>Schools, </a:t>
            </a:r>
          </a:p>
          <a:p>
            <a:pPr lvl="1" fontAlgn="auto">
              <a:spcAft>
                <a:spcPts val="0"/>
              </a:spcAft>
              <a:buFont typeface="Arial" pitchFamily="34" charset="0"/>
              <a:buChar char="–"/>
              <a:defRPr/>
            </a:pPr>
            <a:r>
              <a:rPr lang="en-AU" sz="1400" dirty="0" smtClean="0"/>
              <a:t>Hospitals, Aged Care, Nursing homes</a:t>
            </a:r>
          </a:p>
          <a:p>
            <a:pPr lvl="1" fontAlgn="auto">
              <a:spcAft>
                <a:spcPts val="0"/>
              </a:spcAft>
              <a:buFont typeface="Arial" pitchFamily="34" charset="0"/>
              <a:buChar char="–"/>
              <a:defRPr/>
            </a:pPr>
            <a:r>
              <a:rPr lang="en-AU" sz="1400" dirty="0" err="1" smtClean="0"/>
              <a:t>etc</a:t>
            </a:r>
            <a:endParaRPr lang="en-AU" sz="1400" dirty="0" smtClean="0"/>
          </a:p>
          <a:p>
            <a:pPr fontAlgn="auto">
              <a:spcAft>
                <a:spcPts val="0"/>
              </a:spcAft>
              <a:buFont typeface="Arial" pitchFamily="34" charset="0"/>
              <a:buChar char="•"/>
              <a:defRPr/>
            </a:pPr>
            <a:r>
              <a:rPr lang="en-AU" sz="1800" dirty="0"/>
              <a:t>Infrastructure</a:t>
            </a:r>
          </a:p>
          <a:p>
            <a:pPr fontAlgn="auto">
              <a:spcAft>
                <a:spcPts val="0"/>
              </a:spcAft>
              <a:buFont typeface="Arial" pitchFamily="34" charset="0"/>
              <a:buChar char="•"/>
              <a:defRPr/>
            </a:pPr>
            <a:r>
              <a:rPr lang="en-AU" sz="1800" dirty="0"/>
              <a:t>Environmental</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166" y="404664"/>
            <a:ext cx="344805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7248848"/>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algn="l"/>
            <a:r>
              <a:rPr lang="en-AU" smtClean="0"/>
              <a:t>Weather</a:t>
            </a:r>
          </a:p>
        </p:txBody>
      </p:sp>
      <p:sp>
        <p:nvSpPr>
          <p:cNvPr id="3" name="Content Placeholder 2"/>
          <p:cNvSpPr>
            <a:spLocks noGrp="1"/>
          </p:cNvSpPr>
          <p:nvPr>
            <p:ph idx="1"/>
          </p:nvPr>
        </p:nvSpPr>
        <p:spPr>
          <a:xfrm>
            <a:off x="899592" y="1341438"/>
            <a:ext cx="7920558" cy="4391818"/>
          </a:xfrm>
        </p:spPr>
        <p:txBody>
          <a:bodyPr rtlCol="0">
            <a:noAutofit/>
          </a:bodyPr>
          <a:lstStyle/>
          <a:p>
            <a:pPr marL="0" indent="0" fontAlgn="auto">
              <a:spcAft>
                <a:spcPts val="0"/>
              </a:spcAft>
              <a:buFont typeface="Arial" pitchFamily="34" charset="0"/>
              <a:buNone/>
              <a:defRPr/>
            </a:pPr>
            <a:r>
              <a:rPr lang="en-AU" sz="1800" dirty="0" smtClean="0"/>
              <a:t>Includes:</a:t>
            </a:r>
          </a:p>
          <a:p>
            <a:pPr fontAlgn="auto">
              <a:spcAft>
                <a:spcPts val="0"/>
              </a:spcAft>
              <a:buFont typeface="Arial" pitchFamily="34" charset="0"/>
              <a:buChar char="•"/>
              <a:defRPr/>
            </a:pPr>
            <a:r>
              <a:rPr lang="en-AU" sz="1800" dirty="0" smtClean="0"/>
              <a:t>Forecasts</a:t>
            </a:r>
          </a:p>
          <a:p>
            <a:pPr lvl="1" fontAlgn="auto">
              <a:spcAft>
                <a:spcPts val="0"/>
              </a:spcAft>
              <a:buFont typeface="Arial" pitchFamily="34" charset="0"/>
              <a:buChar char="–"/>
              <a:defRPr/>
            </a:pPr>
            <a:r>
              <a:rPr lang="en-AU" sz="1400" dirty="0" smtClean="0"/>
              <a:t>Fire, Rainfall, Wind speed</a:t>
            </a:r>
          </a:p>
          <a:p>
            <a:pPr lvl="1" fontAlgn="auto">
              <a:spcAft>
                <a:spcPts val="0"/>
              </a:spcAft>
              <a:buFont typeface="Arial" pitchFamily="34" charset="0"/>
              <a:buChar char="–"/>
              <a:defRPr/>
            </a:pPr>
            <a:r>
              <a:rPr lang="en-AU" sz="1400" dirty="0" smtClean="0"/>
              <a:t>Tsunami</a:t>
            </a:r>
          </a:p>
          <a:p>
            <a:pPr fontAlgn="auto">
              <a:spcAft>
                <a:spcPts val="0"/>
              </a:spcAft>
              <a:buFont typeface="Arial" pitchFamily="34" charset="0"/>
              <a:buChar char="•"/>
              <a:defRPr/>
            </a:pPr>
            <a:r>
              <a:rPr lang="en-AU" sz="1800" dirty="0" smtClean="0"/>
              <a:t>Observations</a:t>
            </a:r>
          </a:p>
          <a:p>
            <a:pPr lvl="1" fontAlgn="auto">
              <a:spcAft>
                <a:spcPts val="0"/>
              </a:spcAft>
              <a:buFont typeface="Arial" pitchFamily="34" charset="0"/>
              <a:buChar char="–"/>
              <a:defRPr/>
            </a:pPr>
            <a:r>
              <a:rPr lang="en-AU" sz="1400" dirty="0" smtClean="0"/>
              <a:t>AWS Observations</a:t>
            </a:r>
          </a:p>
          <a:p>
            <a:pPr lvl="1" fontAlgn="auto">
              <a:spcAft>
                <a:spcPts val="0"/>
              </a:spcAft>
              <a:buFont typeface="Arial" pitchFamily="34" charset="0"/>
              <a:buChar char="–"/>
              <a:defRPr/>
            </a:pPr>
            <a:r>
              <a:rPr lang="en-AU" sz="1400" dirty="0" smtClean="0"/>
              <a:t>Rainfall</a:t>
            </a:r>
          </a:p>
          <a:p>
            <a:pPr lvl="1" fontAlgn="auto">
              <a:spcAft>
                <a:spcPts val="0"/>
              </a:spcAft>
              <a:buFont typeface="Arial" pitchFamily="34" charset="0"/>
              <a:buChar char="–"/>
              <a:defRPr/>
            </a:pPr>
            <a:r>
              <a:rPr lang="en-AU" sz="1400" dirty="0" smtClean="0"/>
              <a:t>Storms</a:t>
            </a:r>
          </a:p>
          <a:p>
            <a:pPr lvl="1" fontAlgn="auto">
              <a:spcAft>
                <a:spcPts val="0"/>
              </a:spcAft>
              <a:buFont typeface="Arial" pitchFamily="34" charset="0"/>
              <a:buChar char="–"/>
              <a:defRPr/>
            </a:pPr>
            <a:r>
              <a:rPr lang="en-AU" sz="1400" dirty="0" smtClean="0"/>
              <a:t>Lightning</a:t>
            </a:r>
          </a:p>
          <a:p>
            <a:pPr lvl="1" fontAlgn="auto">
              <a:spcAft>
                <a:spcPts val="0"/>
              </a:spcAft>
              <a:buFont typeface="Arial" pitchFamily="34" charset="0"/>
              <a:buChar char="–"/>
              <a:defRPr/>
            </a:pPr>
            <a:r>
              <a:rPr lang="en-AU" sz="1400" dirty="0" smtClean="0"/>
              <a:t>River conditions, tides</a:t>
            </a:r>
          </a:p>
          <a:p>
            <a:pPr lvl="1" fontAlgn="auto">
              <a:spcAft>
                <a:spcPts val="0"/>
              </a:spcAft>
              <a:buFont typeface="Arial" pitchFamily="34" charset="0"/>
              <a:buChar char="–"/>
              <a:defRPr/>
            </a:pPr>
            <a:r>
              <a:rPr lang="en-AU" dirty="0"/>
              <a:t>E</a:t>
            </a:r>
            <a:r>
              <a:rPr lang="en-AU" sz="1400" dirty="0" smtClean="0"/>
              <a:t>arthquakes</a:t>
            </a:r>
          </a:p>
        </p:txBody>
      </p:sp>
      <p:pic>
        <p:nvPicPr>
          <p:cNvPr id="41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404813"/>
            <a:ext cx="360045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2"/>
          <p:cNvSpPr txBox="1">
            <a:spLocks/>
          </p:cNvSpPr>
          <p:nvPr/>
        </p:nvSpPr>
        <p:spPr>
          <a:xfrm>
            <a:off x="590550" y="5459466"/>
            <a:ext cx="8229600" cy="54530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None/>
            </a:pPr>
            <a:r>
              <a:rPr lang="en-AU" sz="1400" dirty="0" smtClean="0"/>
              <a:t>Datasets nominated </a:t>
            </a:r>
            <a:r>
              <a:rPr lang="en-AU" sz="1400" dirty="0"/>
              <a:t>for inclusion:  9,4,10,71,72,76,77,78,79,80,81,83,8,11,12,13,19,30</a:t>
            </a:r>
          </a:p>
        </p:txBody>
      </p:sp>
    </p:spTree>
    <p:extLst>
      <p:ext uri="{BB962C8B-B14F-4D97-AF65-F5344CB8AC3E}">
        <p14:creationId xmlns:p14="http://schemas.microsoft.com/office/powerpoint/2010/main" val="2528584994"/>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algn="l"/>
            <a:r>
              <a:rPr lang="en-AU" smtClean="0"/>
              <a:t>Incident</a:t>
            </a:r>
          </a:p>
        </p:txBody>
      </p:sp>
      <p:sp>
        <p:nvSpPr>
          <p:cNvPr id="3" name="Content Placeholder 2"/>
          <p:cNvSpPr>
            <a:spLocks noGrp="1"/>
          </p:cNvSpPr>
          <p:nvPr>
            <p:ph idx="1"/>
          </p:nvPr>
        </p:nvSpPr>
        <p:spPr>
          <a:xfrm>
            <a:off x="899592" y="1052736"/>
            <a:ext cx="7318908" cy="4376438"/>
          </a:xfrm>
        </p:spPr>
        <p:txBody>
          <a:bodyPr rtlCol="0">
            <a:noAutofit/>
          </a:bodyPr>
          <a:lstStyle/>
          <a:p>
            <a:pPr marL="0" indent="0" fontAlgn="auto">
              <a:spcAft>
                <a:spcPts val="0"/>
              </a:spcAft>
              <a:buFont typeface="Arial" pitchFamily="34" charset="0"/>
              <a:buNone/>
              <a:defRPr/>
            </a:pPr>
            <a:r>
              <a:rPr lang="en-AU" sz="1800" dirty="0" smtClean="0"/>
              <a:t>Data:</a:t>
            </a:r>
          </a:p>
          <a:p>
            <a:pPr fontAlgn="auto">
              <a:spcAft>
                <a:spcPts val="0"/>
              </a:spcAft>
              <a:buFont typeface="Arial" pitchFamily="34" charset="0"/>
              <a:buChar char="•"/>
              <a:defRPr/>
            </a:pPr>
            <a:r>
              <a:rPr lang="en-AU" sz="1800" dirty="0" smtClean="0"/>
              <a:t>Type</a:t>
            </a:r>
          </a:p>
          <a:p>
            <a:pPr lvl="1" fontAlgn="auto">
              <a:spcAft>
                <a:spcPts val="0"/>
              </a:spcAft>
              <a:buFont typeface="Arial" pitchFamily="34" charset="0"/>
              <a:buChar char="–"/>
              <a:defRPr/>
            </a:pPr>
            <a:r>
              <a:rPr lang="en-AU" sz="1400" dirty="0" smtClean="0"/>
              <a:t>Fire / Flood / Storm / Burn</a:t>
            </a:r>
          </a:p>
          <a:p>
            <a:pPr fontAlgn="auto">
              <a:spcAft>
                <a:spcPts val="0"/>
              </a:spcAft>
              <a:buFont typeface="Arial" pitchFamily="34" charset="0"/>
              <a:buChar char="•"/>
              <a:defRPr/>
            </a:pPr>
            <a:r>
              <a:rPr lang="en-AU" sz="1800" dirty="0" smtClean="0"/>
              <a:t>Location</a:t>
            </a:r>
          </a:p>
          <a:p>
            <a:pPr lvl="1" fontAlgn="auto">
              <a:spcAft>
                <a:spcPts val="0"/>
              </a:spcAft>
              <a:buFont typeface="Arial" pitchFamily="34" charset="0"/>
              <a:buChar char="–"/>
              <a:defRPr/>
            </a:pPr>
            <a:r>
              <a:rPr lang="en-AU" sz="1400" dirty="0" smtClean="0"/>
              <a:t>Point / Area</a:t>
            </a:r>
          </a:p>
          <a:p>
            <a:pPr fontAlgn="auto">
              <a:spcAft>
                <a:spcPts val="0"/>
              </a:spcAft>
              <a:buFont typeface="Arial" pitchFamily="34" charset="0"/>
              <a:buChar char="•"/>
              <a:defRPr/>
            </a:pPr>
            <a:r>
              <a:rPr lang="en-AU" sz="1800" dirty="0" smtClean="0"/>
              <a:t>Significance</a:t>
            </a:r>
          </a:p>
          <a:p>
            <a:pPr fontAlgn="auto">
              <a:spcAft>
                <a:spcPts val="0"/>
              </a:spcAft>
              <a:buFont typeface="Arial" pitchFamily="34" charset="0"/>
              <a:buChar char="•"/>
              <a:defRPr/>
            </a:pPr>
            <a:r>
              <a:rPr lang="en-AU" sz="1800" dirty="0" smtClean="0"/>
              <a:t>Predictions</a:t>
            </a:r>
          </a:p>
          <a:p>
            <a:pPr lvl="1" fontAlgn="auto">
              <a:spcAft>
                <a:spcPts val="0"/>
              </a:spcAft>
              <a:buFont typeface="Arial" pitchFamily="34" charset="0"/>
              <a:buChar char="–"/>
              <a:defRPr/>
            </a:pPr>
            <a:r>
              <a:rPr lang="en-AU" sz="1400" dirty="0" smtClean="0"/>
              <a:t>Plume models, Fire spread, Flood height</a:t>
            </a:r>
          </a:p>
          <a:p>
            <a:pPr fontAlgn="auto">
              <a:spcAft>
                <a:spcPts val="0"/>
              </a:spcAft>
              <a:buFont typeface="Arial" pitchFamily="34" charset="0"/>
              <a:buChar char="•"/>
              <a:defRPr/>
            </a:pPr>
            <a:r>
              <a:rPr lang="en-AU" sz="1800" dirty="0" smtClean="0"/>
              <a:t>Potential Impact Zone</a:t>
            </a:r>
          </a:p>
          <a:p>
            <a:pPr fontAlgn="auto">
              <a:spcAft>
                <a:spcPts val="0"/>
              </a:spcAft>
              <a:buFont typeface="Arial" pitchFamily="34" charset="0"/>
              <a:buChar char="•"/>
              <a:defRPr/>
            </a:pPr>
            <a:r>
              <a:rPr lang="en-AU" sz="1800" dirty="0" smtClean="0"/>
              <a:t>Imagery</a:t>
            </a:r>
          </a:p>
          <a:p>
            <a:pPr lvl="1" fontAlgn="auto">
              <a:spcAft>
                <a:spcPts val="0"/>
              </a:spcAft>
              <a:buFont typeface="Arial" pitchFamily="34" charset="0"/>
              <a:buChar char="–"/>
              <a:defRPr/>
            </a:pPr>
            <a:r>
              <a:rPr lang="en-AU" sz="1400" dirty="0" err="1" smtClean="0"/>
              <a:t>Firescan</a:t>
            </a:r>
            <a:r>
              <a:rPr lang="en-AU" sz="1400" dirty="0" smtClean="0"/>
              <a:t>, Air photo / Satellite, Photos / video</a:t>
            </a:r>
          </a:p>
        </p:txBody>
      </p:sp>
      <p:pic>
        <p:nvPicPr>
          <p:cNvPr id="51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790" y="2895091"/>
            <a:ext cx="3073120" cy="247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ontent Placeholder 2"/>
          <p:cNvSpPr txBox="1">
            <a:spLocks/>
          </p:cNvSpPr>
          <p:nvPr/>
        </p:nvSpPr>
        <p:spPr>
          <a:xfrm>
            <a:off x="755576" y="5589240"/>
            <a:ext cx="8229600" cy="54530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None/>
            </a:pPr>
            <a:r>
              <a:rPr lang="en-AU" sz="1400" dirty="0" smtClean="0"/>
              <a:t>Datasets nominated </a:t>
            </a:r>
            <a:r>
              <a:rPr lang="en-AU" sz="1400" dirty="0"/>
              <a:t>for inclusion:  0,31,34,39,40,85,2,54,18,23,26</a:t>
            </a:r>
          </a:p>
        </p:txBody>
      </p:sp>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5083" y="260648"/>
            <a:ext cx="3434977" cy="2408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43191"/>
      </p:ext>
    </p:extLst>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algn="l"/>
            <a:r>
              <a:rPr lang="en-AU" smtClean="0"/>
              <a:t>Warnings</a:t>
            </a:r>
          </a:p>
        </p:txBody>
      </p:sp>
      <p:sp>
        <p:nvSpPr>
          <p:cNvPr id="3" name="Content Placeholder 2"/>
          <p:cNvSpPr>
            <a:spLocks noGrp="1"/>
          </p:cNvSpPr>
          <p:nvPr>
            <p:ph idx="1"/>
          </p:nvPr>
        </p:nvSpPr>
        <p:spPr>
          <a:xfrm>
            <a:off x="827584" y="1341438"/>
            <a:ext cx="8208912" cy="4607842"/>
          </a:xfrm>
        </p:spPr>
        <p:txBody>
          <a:bodyPr rtlCol="0">
            <a:noAutofit/>
          </a:bodyPr>
          <a:lstStyle/>
          <a:p>
            <a:pPr marL="0" indent="0" fontAlgn="auto">
              <a:spcAft>
                <a:spcPts val="0"/>
              </a:spcAft>
              <a:buFont typeface="Arial" pitchFamily="34" charset="0"/>
              <a:buNone/>
              <a:defRPr/>
            </a:pPr>
            <a:r>
              <a:rPr lang="en-AU" sz="1800" dirty="0" smtClean="0"/>
              <a:t>Data:</a:t>
            </a:r>
          </a:p>
          <a:p>
            <a:pPr fontAlgn="auto">
              <a:spcAft>
                <a:spcPts val="0"/>
              </a:spcAft>
              <a:buFont typeface="Arial" pitchFamily="34" charset="0"/>
              <a:buChar char="•"/>
              <a:defRPr/>
            </a:pPr>
            <a:r>
              <a:rPr lang="en-AU" sz="1800" dirty="0" smtClean="0"/>
              <a:t>Bans and Restrictions</a:t>
            </a:r>
          </a:p>
          <a:p>
            <a:pPr lvl="1" fontAlgn="auto">
              <a:spcAft>
                <a:spcPts val="0"/>
              </a:spcAft>
              <a:buFont typeface="Arial" pitchFamily="34" charset="0"/>
              <a:buChar char="–"/>
              <a:defRPr/>
            </a:pPr>
            <a:r>
              <a:rPr lang="en-AU" sz="1400" dirty="0" smtClean="0"/>
              <a:t>Total Fire Bans</a:t>
            </a:r>
          </a:p>
          <a:p>
            <a:pPr lvl="1" fontAlgn="auto">
              <a:spcAft>
                <a:spcPts val="0"/>
              </a:spcAft>
              <a:buFont typeface="Arial" pitchFamily="34" charset="0"/>
              <a:buChar char="–"/>
              <a:defRPr/>
            </a:pPr>
            <a:r>
              <a:rPr lang="en-AU" sz="1400" dirty="0" smtClean="0"/>
              <a:t>Fire danger period</a:t>
            </a:r>
            <a:endParaRPr lang="en-AU" sz="1800" dirty="0" smtClean="0"/>
          </a:p>
          <a:p>
            <a:pPr fontAlgn="auto">
              <a:spcAft>
                <a:spcPts val="0"/>
              </a:spcAft>
              <a:buFont typeface="Arial" pitchFamily="34" charset="0"/>
              <a:buChar char="•"/>
              <a:defRPr/>
            </a:pPr>
            <a:r>
              <a:rPr lang="en-AU" sz="1800" dirty="0" smtClean="0"/>
              <a:t>Weather Warnings</a:t>
            </a:r>
          </a:p>
          <a:p>
            <a:pPr lvl="1" fontAlgn="auto">
              <a:spcAft>
                <a:spcPts val="0"/>
              </a:spcAft>
              <a:buFont typeface="Arial" pitchFamily="34" charset="0"/>
              <a:buChar char="–"/>
              <a:defRPr/>
            </a:pPr>
            <a:r>
              <a:rPr lang="en-AU" sz="1400" dirty="0" smtClean="0"/>
              <a:t>Fire, Storm, Tsunami</a:t>
            </a:r>
          </a:p>
          <a:p>
            <a:pPr fontAlgn="auto">
              <a:spcAft>
                <a:spcPts val="0"/>
              </a:spcAft>
              <a:buFont typeface="Arial" pitchFamily="34" charset="0"/>
              <a:buChar char="•"/>
              <a:defRPr/>
            </a:pPr>
            <a:r>
              <a:rPr lang="en-AU" sz="1800" dirty="0" smtClean="0"/>
              <a:t>Incident Specific Warnings</a:t>
            </a:r>
          </a:p>
          <a:p>
            <a:pPr lvl="1" fontAlgn="auto">
              <a:spcAft>
                <a:spcPts val="0"/>
              </a:spcAft>
              <a:buFont typeface="Arial" pitchFamily="34" charset="0"/>
              <a:buChar char="–"/>
              <a:defRPr/>
            </a:pPr>
            <a:r>
              <a:rPr lang="en-AU" sz="1400" dirty="0" smtClean="0"/>
              <a:t>OSOM, Emergency Alert</a:t>
            </a:r>
          </a:p>
          <a:p>
            <a:pPr fontAlgn="auto">
              <a:spcAft>
                <a:spcPts val="0"/>
              </a:spcAft>
              <a:buFont typeface="Arial" pitchFamily="34" charset="0"/>
              <a:buChar char="•"/>
              <a:defRPr/>
            </a:pPr>
            <a:r>
              <a:rPr lang="en-AU" sz="1800" dirty="0" smtClean="0"/>
              <a:t>Road closures</a:t>
            </a:r>
          </a:p>
          <a:p>
            <a:pPr fontAlgn="auto">
              <a:spcAft>
                <a:spcPts val="0"/>
              </a:spcAft>
              <a:buFont typeface="Arial" pitchFamily="34" charset="0"/>
              <a:buChar char="•"/>
              <a:defRPr/>
            </a:pPr>
            <a:r>
              <a:rPr lang="en-AU" sz="1800" dirty="0" smtClean="0"/>
              <a:t>Evacuation Information</a:t>
            </a:r>
            <a:endParaRPr lang="en-AU" sz="1400" dirty="0" smtClean="0"/>
          </a:p>
        </p:txBody>
      </p:sp>
      <p:pic>
        <p:nvPicPr>
          <p:cNvPr id="6148" name="Picture 2" descr="Fire Danger Ratings scale - select a rating to view what the rating means and what you should 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6725" y="333375"/>
            <a:ext cx="3252788"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p:cNvSpPr txBox="1">
            <a:spLocks/>
          </p:cNvSpPr>
          <p:nvPr/>
        </p:nvSpPr>
        <p:spPr>
          <a:xfrm>
            <a:off x="755576" y="5589240"/>
            <a:ext cx="8229600" cy="54530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None/>
            </a:pPr>
            <a:r>
              <a:rPr lang="en-AU" sz="1400" dirty="0" smtClean="0"/>
              <a:t>Datasets nominated </a:t>
            </a:r>
            <a:r>
              <a:rPr lang="en-AU" sz="1400" dirty="0"/>
              <a:t>for inclusion:  10,69,73,76,78,81,15</a:t>
            </a:r>
          </a:p>
        </p:txBody>
      </p:sp>
    </p:spTree>
    <p:extLst>
      <p:ext uri="{BB962C8B-B14F-4D97-AF65-F5344CB8AC3E}">
        <p14:creationId xmlns:p14="http://schemas.microsoft.com/office/powerpoint/2010/main" val="1324531474"/>
      </p:ext>
    </p:extLst>
  </p:cSld>
  <p:clrMapOvr>
    <a:masterClrMapping/>
  </p:clrMapOvr>
  <p:transition spd="slow">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algn="l"/>
            <a:r>
              <a:rPr lang="en-AU" smtClean="0"/>
              <a:t>Resources</a:t>
            </a:r>
          </a:p>
        </p:txBody>
      </p:sp>
      <p:sp>
        <p:nvSpPr>
          <p:cNvPr id="3" name="Content Placeholder 2"/>
          <p:cNvSpPr>
            <a:spLocks noGrp="1"/>
          </p:cNvSpPr>
          <p:nvPr>
            <p:ph idx="1"/>
          </p:nvPr>
        </p:nvSpPr>
        <p:spPr>
          <a:xfrm>
            <a:off x="899592" y="1412875"/>
            <a:ext cx="7787208" cy="2981325"/>
          </a:xfrm>
        </p:spPr>
        <p:txBody>
          <a:bodyPr rtlCol="0">
            <a:noAutofit/>
          </a:bodyPr>
          <a:lstStyle/>
          <a:p>
            <a:pPr marL="0" indent="0" fontAlgn="auto">
              <a:spcAft>
                <a:spcPts val="0"/>
              </a:spcAft>
              <a:buFont typeface="Arial" pitchFamily="34" charset="0"/>
              <a:buNone/>
              <a:defRPr/>
            </a:pPr>
            <a:r>
              <a:rPr lang="en-AU" sz="1800" dirty="0" smtClean="0"/>
              <a:t>Data:</a:t>
            </a:r>
          </a:p>
          <a:p>
            <a:pPr fontAlgn="auto">
              <a:spcAft>
                <a:spcPts val="0"/>
              </a:spcAft>
              <a:buFont typeface="Arial" pitchFamily="34" charset="0"/>
              <a:buChar char="•"/>
              <a:defRPr/>
            </a:pPr>
            <a:r>
              <a:rPr lang="en-AU" sz="1800" dirty="0" smtClean="0"/>
              <a:t>People, Vehicles, Equipment, facilities</a:t>
            </a:r>
          </a:p>
          <a:p>
            <a:pPr lvl="1" fontAlgn="auto">
              <a:spcAft>
                <a:spcPts val="0"/>
              </a:spcAft>
              <a:buFont typeface="Arial" pitchFamily="34" charset="0"/>
              <a:buChar char="–"/>
              <a:defRPr/>
            </a:pPr>
            <a:r>
              <a:rPr lang="en-AU" sz="1400" dirty="0" smtClean="0"/>
              <a:t>Too many to list here</a:t>
            </a:r>
          </a:p>
          <a:p>
            <a:pPr fontAlgn="auto">
              <a:spcAft>
                <a:spcPts val="0"/>
              </a:spcAft>
              <a:buFont typeface="Arial" pitchFamily="34" charset="0"/>
              <a:buChar char="•"/>
              <a:defRPr/>
            </a:pPr>
            <a:r>
              <a:rPr lang="en-AU" sz="1800" dirty="0" smtClean="0"/>
              <a:t>Capacity – How many</a:t>
            </a:r>
          </a:p>
          <a:p>
            <a:pPr fontAlgn="auto">
              <a:spcAft>
                <a:spcPts val="0"/>
              </a:spcAft>
              <a:buFont typeface="Arial" pitchFamily="34" charset="0"/>
              <a:buChar char="•"/>
              <a:defRPr/>
            </a:pPr>
            <a:r>
              <a:rPr lang="en-AU" sz="1800" dirty="0" smtClean="0"/>
              <a:t>Capability – What they can do</a:t>
            </a:r>
          </a:p>
          <a:p>
            <a:pPr fontAlgn="auto">
              <a:spcAft>
                <a:spcPts val="0"/>
              </a:spcAft>
              <a:buFont typeface="Arial" pitchFamily="34" charset="0"/>
              <a:buChar char="•"/>
              <a:defRPr/>
            </a:pPr>
            <a:r>
              <a:rPr lang="en-AU" sz="1800" dirty="0" smtClean="0"/>
              <a:t>Location – Where are they</a:t>
            </a:r>
          </a:p>
          <a:p>
            <a:pPr fontAlgn="auto">
              <a:spcAft>
                <a:spcPts val="0"/>
              </a:spcAft>
              <a:buFont typeface="Arial" pitchFamily="34" charset="0"/>
              <a:buChar char="•"/>
              <a:defRPr/>
            </a:pPr>
            <a:r>
              <a:rPr lang="en-AU" sz="1800" dirty="0" smtClean="0"/>
              <a:t>Deployment and Tasking</a:t>
            </a:r>
          </a:p>
        </p:txBody>
      </p:sp>
      <p:pic>
        <p:nvPicPr>
          <p:cNvPr id="71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1958" y="2276872"/>
            <a:ext cx="2667720" cy="1841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2"/>
          <p:cNvSpPr txBox="1">
            <a:spLocks/>
          </p:cNvSpPr>
          <p:nvPr/>
        </p:nvSpPr>
        <p:spPr>
          <a:xfrm>
            <a:off x="395536" y="4485060"/>
            <a:ext cx="8229600" cy="109061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defRPr/>
            </a:pPr>
            <a:r>
              <a:rPr lang="en-AU" sz="1400" dirty="0" smtClean="0"/>
              <a:t>Issues:</a:t>
            </a:r>
          </a:p>
          <a:p>
            <a:pPr fontAlgn="auto">
              <a:spcAft>
                <a:spcPts val="0"/>
              </a:spcAft>
              <a:defRPr/>
            </a:pPr>
            <a:r>
              <a:rPr lang="en-AU" sz="1400" dirty="0" smtClean="0"/>
              <a:t>Agencies do not have same terminology for all asset types</a:t>
            </a:r>
          </a:p>
          <a:p>
            <a:pPr fontAlgn="auto">
              <a:spcAft>
                <a:spcPts val="0"/>
              </a:spcAft>
              <a:defRPr/>
            </a:pPr>
            <a:r>
              <a:rPr lang="en-AU" sz="1400" dirty="0" smtClean="0"/>
              <a:t>Location has more than one meaning (</a:t>
            </a:r>
            <a:r>
              <a:rPr lang="en-AU" sz="1400" dirty="0" err="1" smtClean="0"/>
              <a:t>eg</a:t>
            </a:r>
            <a:r>
              <a:rPr lang="en-AU" sz="1400" dirty="0" smtClean="0"/>
              <a:t>: GPS or base address)</a:t>
            </a:r>
          </a:p>
        </p:txBody>
      </p:sp>
      <p:sp>
        <p:nvSpPr>
          <p:cNvPr id="6" name="Content Placeholder 2"/>
          <p:cNvSpPr txBox="1">
            <a:spLocks/>
          </p:cNvSpPr>
          <p:nvPr/>
        </p:nvSpPr>
        <p:spPr>
          <a:xfrm>
            <a:off x="755576" y="5589240"/>
            <a:ext cx="8229600" cy="54530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None/>
            </a:pPr>
            <a:r>
              <a:rPr lang="en-AU" sz="1400" dirty="0" smtClean="0"/>
              <a:t>Datasets nominated </a:t>
            </a:r>
            <a:r>
              <a:rPr lang="en-AU" sz="1400" dirty="0"/>
              <a:t>for inclusion:  37,49,62,5,22,32,35,36,41,42 </a:t>
            </a:r>
          </a:p>
        </p:txBody>
      </p:sp>
      <p:pic>
        <p:nvPicPr>
          <p:cNvPr id="1026" name="Picture 2" descr="http://t2.gstatic.com/images?q=tbn:ANd9GcTX-cqTbGz2IZGRR6RITZ-5NtDwM3tGNwalzuPdAyVyIPR91TT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7416" y="548680"/>
            <a:ext cx="2667720" cy="1498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77868"/>
      </p:ext>
    </p:extLst>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algn="l"/>
            <a:r>
              <a:rPr lang="en-AU" dirty="0" smtClean="0"/>
              <a:t>Plans</a:t>
            </a:r>
          </a:p>
        </p:txBody>
      </p:sp>
      <p:sp>
        <p:nvSpPr>
          <p:cNvPr id="3" name="Content Placeholder 2"/>
          <p:cNvSpPr>
            <a:spLocks noGrp="1"/>
          </p:cNvSpPr>
          <p:nvPr>
            <p:ph idx="1"/>
          </p:nvPr>
        </p:nvSpPr>
        <p:spPr>
          <a:xfrm>
            <a:off x="827584" y="1412875"/>
            <a:ext cx="7859216" cy="2981325"/>
          </a:xfrm>
        </p:spPr>
        <p:txBody>
          <a:bodyPr rtlCol="0">
            <a:noAutofit/>
          </a:bodyPr>
          <a:lstStyle/>
          <a:p>
            <a:pPr marL="0" indent="0" fontAlgn="auto">
              <a:spcAft>
                <a:spcPts val="0"/>
              </a:spcAft>
              <a:buFont typeface="Arial" pitchFamily="34" charset="0"/>
              <a:buNone/>
              <a:defRPr/>
            </a:pPr>
            <a:r>
              <a:rPr lang="en-AU" sz="1800" dirty="0" smtClean="0"/>
              <a:t>Includes:</a:t>
            </a:r>
          </a:p>
          <a:p>
            <a:pPr fontAlgn="auto">
              <a:spcAft>
                <a:spcPts val="0"/>
              </a:spcAft>
              <a:buFont typeface="Arial" pitchFamily="34" charset="0"/>
              <a:buChar char="•"/>
              <a:defRPr/>
            </a:pPr>
            <a:r>
              <a:rPr lang="en-AU" sz="1800" dirty="0" smtClean="0"/>
              <a:t>Township Protection Plans</a:t>
            </a:r>
          </a:p>
          <a:p>
            <a:pPr fontAlgn="auto">
              <a:spcAft>
                <a:spcPts val="0"/>
              </a:spcAft>
              <a:buFont typeface="Arial" pitchFamily="34" charset="0"/>
              <a:buChar char="•"/>
              <a:defRPr/>
            </a:pPr>
            <a:r>
              <a:rPr lang="en-AU" sz="1800" dirty="0" smtClean="0"/>
              <a:t>Municipal plans</a:t>
            </a:r>
          </a:p>
          <a:p>
            <a:pPr fontAlgn="auto">
              <a:spcAft>
                <a:spcPts val="0"/>
              </a:spcAft>
              <a:buFont typeface="Arial" pitchFamily="34" charset="0"/>
              <a:buChar char="•"/>
              <a:defRPr/>
            </a:pPr>
            <a:r>
              <a:rPr lang="en-AU" sz="1800" dirty="0" smtClean="0"/>
              <a:t>Preparedness plans</a:t>
            </a:r>
          </a:p>
          <a:p>
            <a:pPr fontAlgn="auto">
              <a:spcAft>
                <a:spcPts val="0"/>
              </a:spcAft>
              <a:buFont typeface="Arial" pitchFamily="34" charset="0"/>
              <a:buChar char="•"/>
              <a:defRPr/>
            </a:pPr>
            <a:r>
              <a:rPr lang="en-AU" sz="1800" dirty="0" smtClean="0"/>
              <a:t>Building Plans</a:t>
            </a:r>
          </a:p>
          <a:p>
            <a:pPr fontAlgn="auto">
              <a:spcAft>
                <a:spcPts val="0"/>
              </a:spcAft>
              <a:buFont typeface="Arial" pitchFamily="34" charset="0"/>
              <a:buChar char="•"/>
              <a:defRPr/>
            </a:pPr>
            <a:r>
              <a:rPr lang="en-AU" sz="1800" dirty="0" smtClean="0"/>
              <a:t>Hazmat Information</a:t>
            </a:r>
          </a:p>
          <a:p>
            <a:pPr fontAlgn="auto">
              <a:spcAft>
                <a:spcPts val="0"/>
              </a:spcAft>
              <a:buFont typeface="Arial" pitchFamily="34" charset="0"/>
              <a:buChar char="•"/>
              <a:defRPr/>
            </a:pPr>
            <a:r>
              <a:rPr lang="en-AU" sz="1800" dirty="0" smtClean="0"/>
              <a:t>Planned Burns</a:t>
            </a:r>
          </a:p>
        </p:txBody>
      </p:sp>
      <p:sp>
        <p:nvSpPr>
          <p:cNvPr id="6" name="Content Placeholder 2"/>
          <p:cNvSpPr txBox="1">
            <a:spLocks/>
          </p:cNvSpPr>
          <p:nvPr/>
        </p:nvSpPr>
        <p:spPr>
          <a:xfrm>
            <a:off x="380124" y="4354512"/>
            <a:ext cx="8229600" cy="109061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defRPr/>
            </a:pPr>
            <a:endParaRPr lang="en-AU" sz="1400" dirty="0" smtClean="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700" y="332656"/>
            <a:ext cx="2654300" cy="38100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52121" y="4354512"/>
            <a:ext cx="3158356" cy="226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MSDS Product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4371995"/>
            <a:ext cx="1781547" cy="2245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286465"/>
      </p:ext>
    </p:extLst>
  </p:cSld>
  <p:clrMapOvr>
    <a:masterClrMapping/>
  </p:clrMapOvr>
  <p:transition spd="slow">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algn="l"/>
            <a:r>
              <a:rPr lang="en-AU" dirty="0" smtClean="0"/>
              <a:t>Procedures &amp; Documents</a:t>
            </a:r>
          </a:p>
        </p:txBody>
      </p:sp>
      <p:sp>
        <p:nvSpPr>
          <p:cNvPr id="3" name="Content Placeholder 2"/>
          <p:cNvSpPr>
            <a:spLocks noGrp="1"/>
          </p:cNvSpPr>
          <p:nvPr>
            <p:ph idx="1"/>
          </p:nvPr>
        </p:nvSpPr>
        <p:spPr>
          <a:xfrm>
            <a:off x="827584" y="1412875"/>
            <a:ext cx="7859216" cy="2981325"/>
          </a:xfrm>
        </p:spPr>
        <p:txBody>
          <a:bodyPr rtlCol="0">
            <a:noAutofit/>
          </a:bodyPr>
          <a:lstStyle/>
          <a:p>
            <a:pPr marL="0" indent="0" fontAlgn="auto">
              <a:spcAft>
                <a:spcPts val="0"/>
              </a:spcAft>
              <a:buFont typeface="Arial" pitchFamily="34" charset="0"/>
              <a:buNone/>
              <a:defRPr/>
            </a:pPr>
            <a:r>
              <a:rPr lang="en-AU" sz="1800" dirty="0" smtClean="0"/>
              <a:t>Data:</a:t>
            </a:r>
          </a:p>
          <a:p>
            <a:pPr fontAlgn="auto">
              <a:spcAft>
                <a:spcPts val="0"/>
              </a:spcAft>
              <a:buFont typeface="Arial" pitchFamily="34" charset="0"/>
              <a:buChar char="•"/>
              <a:defRPr/>
            </a:pPr>
            <a:r>
              <a:rPr lang="en-AU" sz="1800" dirty="0" smtClean="0"/>
              <a:t>Documents</a:t>
            </a:r>
          </a:p>
          <a:p>
            <a:pPr fontAlgn="auto">
              <a:spcAft>
                <a:spcPts val="0"/>
              </a:spcAft>
              <a:buFont typeface="Arial" pitchFamily="34" charset="0"/>
              <a:buChar char="•"/>
              <a:defRPr/>
            </a:pPr>
            <a:r>
              <a:rPr lang="en-AU" sz="1800" dirty="0" smtClean="0"/>
              <a:t>Forms</a:t>
            </a:r>
          </a:p>
          <a:p>
            <a:pPr fontAlgn="auto">
              <a:spcAft>
                <a:spcPts val="0"/>
              </a:spcAft>
              <a:buFont typeface="Arial" pitchFamily="34" charset="0"/>
              <a:buChar char="•"/>
              <a:defRPr/>
            </a:pPr>
            <a:r>
              <a:rPr lang="en-AU" sz="1800" dirty="0" smtClean="0"/>
              <a:t>Aid memoir</a:t>
            </a:r>
          </a:p>
          <a:p>
            <a:pPr fontAlgn="auto">
              <a:spcAft>
                <a:spcPts val="0"/>
              </a:spcAft>
              <a:buFont typeface="Arial" pitchFamily="34" charset="0"/>
              <a:buChar char="•"/>
              <a:defRPr/>
            </a:pPr>
            <a:r>
              <a:rPr lang="en-AU" sz="1800" dirty="0" smtClean="0"/>
              <a:t>Standard Operating procedures</a:t>
            </a:r>
          </a:p>
          <a:p>
            <a:pPr fontAlgn="auto">
              <a:spcAft>
                <a:spcPts val="0"/>
              </a:spcAft>
              <a:buFont typeface="Arial" pitchFamily="34" charset="0"/>
              <a:buChar char="•"/>
              <a:defRPr/>
            </a:pPr>
            <a:r>
              <a:rPr lang="en-AU" sz="1800" dirty="0" smtClean="0"/>
              <a:t>Meeting schedules</a:t>
            </a:r>
          </a:p>
          <a:p>
            <a:pPr fontAlgn="auto">
              <a:spcAft>
                <a:spcPts val="0"/>
              </a:spcAft>
              <a:buFont typeface="Arial" pitchFamily="34" charset="0"/>
              <a:buChar char="•"/>
              <a:defRPr/>
            </a:pPr>
            <a:r>
              <a:rPr lang="en-AU" sz="1800" dirty="0" smtClean="0"/>
              <a:t>Media Monitor feed</a:t>
            </a:r>
          </a:p>
        </p:txBody>
      </p:sp>
      <p:pic>
        <p:nvPicPr>
          <p:cNvPr id="819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9279" r="3013"/>
          <a:stretch/>
        </p:blipFill>
        <p:spPr bwMode="auto">
          <a:xfrm>
            <a:off x="5554639" y="260350"/>
            <a:ext cx="316628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a:xfrm>
            <a:off x="380124" y="4603902"/>
            <a:ext cx="8229600" cy="109061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defRPr/>
            </a:pPr>
            <a:r>
              <a:rPr lang="en-AU" sz="1400" dirty="0" smtClean="0"/>
              <a:t>Issues:</a:t>
            </a:r>
          </a:p>
          <a:p>
            <a:pPr fontAlgn="auto">
              <a:spcAft>
                <a:spcPts val="0"/>
              </a:spcAft>
              <a:defRPr/>
            </a:pPr>
            <a:r>
              <a:rPr lang="en-AU" sz="1400" dirty="0" smtClean="0"/>
              <a:t>Data sets of this type may not have rated highly in the analysis however may need to be considered</a:t>
            </a:r>
          </a:p>
        </p:txBody>
      </p:sp>
    </p:spTree>
    <p:extLst>
      <p:ext uri="{BB962C8B-B14F-4D97-AF65-F5344CB8AC3E}">
        <p14:creationId xmlns:p14="http://schemas.microsoft.com/office/powerpoint/2010/main" val="2682376564"/>
      </p:ext>
    </p:extLst>
  </p:cSld>
  <p:clrMapOvr>
    <a:masterClrMapping/>
  </p:clrMapOvr>
  <p:transition spd="slow">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algn="l"/>
            <a:r>
              <a:rPr lang="en-AU" dirty="0" smtClean="0"/>
              <a:t>Impacts</a:t>
            </a:r>
          </a:p>
        </p:txBody>
      </p:sp>
      <p:sp>
        <p:nvSpPr>
          <p:cNvPr id="3" name="Content Placeholder 2"/>
          <p:cNvSpPr>
            <a:spLocks noGrp="1"/>
          </p:cNvSpPr>
          <p:nvPr>
            <p:ph idx="1"/>
          </p:nvPr>
        </p:nvSpPr>
        <p:spPr>
          <a:xfrm>
            <a:off x="827584" y="1412875"/>
            <a:ext cx="7859216" cy="2981325"/>
          </a:xfrm>
        </p:spPr>
        <p:txBody>
          <a:bodyPr rtlCol="0">
            <a:noAutofit/>
          </a:bodyPr>
          <a:lstStyle/>
          <a:p>
            <a:pPr marL="0" indent="0" fontAlgn="auto">
              <a:spcAft>
                <a:spcPts val="0"/>
              </a:spcAft>
              <a:buFont typeface="Arial" pitchFamily="34" charset="0"/>
              <a:buNone/>
              <a:defRPr/>
            </a:pPr>
            <a:r>
              <a:rPr lang="en-AU" sz="1800" dirty="0" smtClean="0"/>
              <a:t>Data:</a:t>
            </a:r>
          </a:p>
          <a:p>
            <a:pPr fontAlgn="auto">
              <a:spcAft>
                <a:spcPts val="0"/>
              </a:spcAft>
              <a:buFont typeface="Arial" pitchFamily="34" charset="0"/>
              <a:buChar char="•"/>
              <a:defRPr/>
            </a:pPr>
            <a:r>
              <a:rPr lang="en-AU" sz="1800" dirty="0" smtClean="0"/>
              <a:t>Displaced Persons</a:t>
            </a:r>
          </a:p>
          <a:p>
            <a:pPr fontAlgn="auto">
              <a:spcAft>
                <a:spcPts val="0"/>
              </a:spcAft>
              <a:buFont typeface="Arial" pitchFamily="34" charset="0"/>
              <a:buChar char="•"/>
              <a:defRPr/>
            </a:pPr>
            <a:r>
              <a:rPr lang="en-AU" sz="1800" dirty="0" smtClean="0"/>
              <a:t>Houses lost</a:t>
            </a:r>
          </a:p>
          <a:p>
            <a:pPr fontAlgn="auto">
              <a:spcAft>
                <a:spcPts val="0"/>
              </a:spcAft>
              <a:buFont typeface="Arial" pitchFamily="34" charset="0"/>
              <a:buChar char="•"/>
              <a:defRPr/>
            </a:pPr>
            <a:r>
              <a:rPr lang="en-AU" sz="1800" dirty="0" smtClean="0"/>
              <a:t>Economic impact</a:t>
            </a:r>
          </a:p>
          <a:p>
            <a:pPr fontAlgn="auto">
              <a:spcAft>
                <a:spcPts val="0"/>
              </a:spcAft>
              <a:buFont typeface="Arial" pitchFamily="34" charset="0"/>
              <a:buChar char="•"/>
              <a:defRPr/>
            </a:pPr>
            <a:r>
              <a:rPr lang="en-AU" sz="1800" dirty="0" smtClean="0"/>
              <a:t>Infrastructure at risk</a:t>
            </a:r>
          </a:p>
        </p:txBody>
      </p:sp>
      <p:sp>
        <p:nvSpPr>
          <p:cNvPr id="6" name="Content Placeholder 2"/>
          <p:cNvSpPr txBox="1">
            <a:spLocks/>
          </p:cNvSpPr>
          <p:nvPr/>
        </p:nvSpPr>
        <p:spPr>
          <a:xfrm>
            <a:off x="380124" y="4603902"/>
            <a:ext cx="8229600" cy="109061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Arial" pitchFamily="34" charset="0"/>
              <a:buNone/>
              <a:defRPr/>
            </a:pPr>
            <a:r>
              <a:rPr lang="en-AU" sz="1400" dirty="0" smtClean="0"/>
              <a:t>Issues:</a:t>
            </a:r>
          </a:p>
          <a:p>
            <a:pPr fontAlgn="auto">
              <a:spcAft>
                <a:spcPts val="0"/>
              </a:spcAft>
              <a:defRPr/>
            </a:pPr>
            <a:r>
              <a:rPr lang="en-AU" sz="1400" dirty="0" smtClean="0"/>
              <a:t>Data sets of this type may not have rated highly in the analysis however needs to be considered</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9692" y="692695"/>
            <a:ext cx="3829134" cy="2304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8777066"/>
      </p:ext>
    </p:extLst>
  </p:cSld>
  <p:clrMapOvr>
    <a:masterClrMapping/>
  </p:clrMapOvr>
  <p:transition spd="slow">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566" y="0"/>
            <a:ext cx="9144000" cy="6858000"/>
          </a:xfrm>
          <a:prstGeom prst="rect">
            <a:avLst/>
          </a:prstGeom>
          <a:solidFill>
            <a:schemeClr val="bg1"/>
          </a:solidFill>
          <a:ln w="12700">
            <a:noFill/>
          </a:ln>
        </p:spPr>
        <p:txBody>
          <a:bodyPr vert="horz" wrap="none" lIns="0" tIns="0" rIns="0" bIns="0" numCol="1" rtlCol="0" anchor="ctr" anchorCtr="0" compatLnSpc="1">
            <a:prstTxWarp prst="textNoShape">
              <a:avLst/>
            </a:prstTxWarp>
          </a:bodyPr>
          <a:lstStyle/>
          <a:p>
            <a:pPr defTabSz="914290"/>
            <a:endParaRPr lang="en-AU"/>
          </a:p>
        </p:txBody>
      </p:sp>
      <p:sp>
        <p:nvSpPr>
          <p:cNvPr id="2" name="Title 1"/>
          <p:cNvSpPr>
            <a:spLocks noGrp="1"/>
          </p:cNvSpPr>
          <p:nvPr>
            <p:ph type="title"/>
          </p:nvPr>
        </p:nvSpPr>
        <p:spPr>
          <a:xfrm>
            <a:off x="303250" y="116632"/>
            <a:ext cx="8589230" cy="586351"/>
          </a:xfrm>
        </p:spPr>
        <p:txBody>
          <a:bodyPr>
            <a:noAutofit/>
          </a:bodyPr>
          <a:lstStyle/>
          <a:p>
            <a:r>
              <a:rPr lang="en-AU" sz="2800" dirty="0"/>
              <a:t>Actions: Information Groups Required for COP</a:t>
            </a:r>
          </a:p>
        </p:txBody>
      </p:sp>
      <p:sp>
        <p:nvSpPr>
          <p:cNvPr id="12" name="Rectangle 11"/>
          <p:cNvSpPr/>
          <p:nvPr/>
        </p:nvSpPr>
        <p:spPr>
          <a:xfrm>
            <a:off x="763843" y="1260102"/>
            <a:ext cx="5559456" cy="3504718"/>
          </a:xfrm>
          <a:prstGeom prst="rect">
            <a:avLst/>
          </a:prstGeom>
          <a:gradFill flip="none" rotWithShape="1">
            <a:gsLst>
              <a:gs pos="0">
                <a:srgbClr val="FF3399">
                  <a:alpha val="54000"/>
                  <a:lumMod val="43000"/>
                </a:srgbClr>
              </a:gs>
              <a:gs pos="0">
                <a:srgbClr val="FF6633"/>
              </a:gs>
              <a:gs pos="35000">
                <a:srgbClr val="FFFF00">
                  <a:alpha val="10000"/>
                </a:srgbClr>
              </a:gs>
              <a:gs pos="100000">
                <a:srgbClr val="01A78F"/>
              </a:gs>
              <a:gs pos="100000">
                <a:srgbClr val="3366FF">
                  <a:alpha val="19000"/>
                  <a:lumMod val="88000"/>
                  <a:lumOff val="12000"/>
                </a:srgbClr>
              </a:gs>
            </a:gsLst>
            <a:lin ang="18900000" scaled="1"/>
            <a:tileRect/>
          </a:gradFill>
          <a:ln w="12700">
            <a:noFill/>
          </a:ln>
        </p:spPr>
        <p:txBody>
          <a:bodyPr vert="horz" wrap="none" lIns="0" tIns="0" rIns="0" bIns="0" numCol="1" rtlCol="0" anchor="ctr" anchorCtr="0" compatLnSpc="1">
            <a:prstTxWarp prst="textNoShape">
              <a:avLst/>
            </a:prstTxWarp>
          </a:bodyPr>
          <a:lstStyle/>
          <a:p>
            <a:pPr defTabSz="914290"/>
            <a:endParaRPr lang="en-AU"/>
          </a:p>
        </p:txBody>
      </p:sp>
      <p:sp>
        <p:nvSpPr>
          <p:cNvPr id="5" name="Rectangle 4"/>
          <p:cNvSpPr/>
          <p:nvPr/>
        </p:nvSpPr>
        <p:spPr>
          <a:xfrm>
            <a:off x="731088" y="1260102"/>
            <a:ext cx="5592211" cy="3502814"/>
          </a:xfrm>
          <a:prstGeom prst="rect">
            <a:avLst/>
          </a:prstGeom>
          <a:noFill/>
          <a:ln w="12700">
            <a:solidFill>
              <a:srgbClr val="002060"/>
            </a:solidFill>
          </a:ln>
        </p:spPr>
        <p:txBody>
          <a:bodyPr vert="horz" wrap="none" lIns="0" tIns="0" rIns="0" bIns="0" numCol="1" rtlCol="0" anchor="ctr" anchorCtr="0" compatLnSpc="1">
            <a:prstTxWarp prst="textNoShape">
              <a:avLst/>
            </a:prstTxWarp>
          </a:bodyPr>
          <a:lstStyle/>
          <a:p>
            <a:endParaRPr lang="en-AU">
              <a:solidFill>
                <a:srgbClr val="58585A"/>
              </a:solidFill>
            </a:endParaRPr>
          </a:p>
        </p:txBody>
      </p:sp>
      <p:cxnSp>
        <p:nvCxnSpPr>
          <p:cNvPr id="4" name="Straight Arrow Connector 3"/>
          <p:cNvCxnSpPr/>
          <p:nvPr/>
        </p:nvCxnSpPr>
        <p:spPr bwMode="auto">
          <a:xfrm flipV="1">
            <a:off x="593649" y="1463089"/>
            <a:ext cx="0" cy="3318455"/>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Arrow Connector 5"/>
          <p:cNvCxnSpPr/>
          <p:nvPr/>
        </p:nvCxnSpPr>
        <p:spPr bwMode="auto">
          <a:xfrm>
            <a:off x="731088" y="4944305"/>
            <a:ext cx="5162042"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a:xfrm>
            <a:off x="1509121" y="4967166"/>
            <a:ext cx="4143000" cy="296776"/>
          </a:xfrm>
          <a:prstGeom prst="rect">
            <a:avLst/>
          </a:prstGeom>
          <a:noFill/>
        </p:spPr>
        <p:txBody>
          <a:bodyPr wrap="square" lIns="65299" tIns="32650" rIns="65299" bIns="32650" rtlCol="0">
            <a:spAutoFit/>
          </a:bodyPr>
          <a:lstStyle/>
          <a:p>
            <a:r>
              <a:rPr lang="en-AU" b="1" dirty="0">
                <a:solidFill>
                  <a:srgbClr val="58585A"/>
                </a:solidFill>
              </a:rPr>
              <a:t>Degree of </a:t>
            </a:r>
            <a:r>
              <a:rPr lang="en-AU" b="1" dirty="0" smtClean="0">
                <a:solidFill>
                  <a:srgbClr val="58585A"/>
                </a:solidFill>
              </a:rPr>
              <a:t>Added Benefit of Providing via COP</a:t>
            </a:r>
            <a:endParaRPr lang="en-AU" b="1" dirty="0">
              <a:solidFill>
                <a:srgbClr val="58585A"/>
              </a:solidFill>
            </a:endParaRPr>
          </a:p>
        </p:txBody>
      </p:sp>
      <p:sp>
        <p:nvSpPr>
          <p:cNvPr id="8" name="TextBox 7"/>
          <p:cNvSpPr txBox="1"/>
          <p:nvPr/>
        </p:nvSpPr>
        <p:spPr>
          <a:xfrm rot="16200000">
            <a:off x="-1048712" y="2955299"/>
            <a:ext cx="2703926" cy="296776"/>
          </a:xfrm>
          <a:prstGeom prst="rect">
            <a:avLst/>
          </a:prstGeom>
          <a:noFill/>
        </p:spPr>
        <p:txBody>
          <a:bodyPr wrap="square" lIns="65299" tIns="32650" rIns="65299" bIns="32650" rtlCol="0">
            <a:spAutoFit/>
          </a:bodyPr>
          <a:lstStyle/>
          <a:p>
            <a:r>
              <a:rPr lang="en-AU" b="1" dirty="0">
                <a:solidFill>
                  <a:srgbClr val="58585A"/>
                </a:solidFill>
              </a:rPr>
              <a:t>Ease of Implementation</a:t>
            </a:r>
          </a:p>
        </p:txBody>
      </p:sp>
      <p:sp>
        <p:nvSpPr>
          <p:cNvPr id="85" name="Oval 84"/>
          <p:cNvSpPr/>
          <p:nvPr/>
        </p:nvSpPr>
        <p:spPr>
          <a:xfrm>
            <a:off x="1295725" y="1768162"/>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188" name="TextBox 187"/>
          <p:cNvSpPr txBox="1"/>
          <p:nvPr/>
        </p:nvSpPr>
        <p:spPr>
          <a:xfrm>
            <a:off x="1266804" y="1843341"/>
            <a:ext cx="491623" cy="324476"/>
          </a:xfrm>
          <a:prstGeom prst="rect">
            <a:avLst/>
          </a:prstGeom>
          <a:noFill/>
        </p:spPr>
        <p:txBody>
          <a:bodyPr wrap="square" lIns="65306" tIns="32653" rIns="65306" bIns="32653" rtlCol="0">
            <a:spAutoFit/>
          </a:bodyPr>
          <a:lstStyle/>
          <a:p>
            <a:r>
              <a:rPr lang="en-AU" sz="1600" b="1" dirty="0">
                <a:solidFill>
                  <a:srgbClr val="58585A"/>
                </a:solidFill>
              </a:rPr>
              <a:t>8</a:t>
            </a:r>
          </a:p>
        </p:txBody>
      </p:sp>
      <p:sp>
        <p:nvSpPr>
          <p:cNvPr id="197" name="Oval 196"/>
          <p:cNvSpPr/>
          <p:nvPr/>
        </p:nvSpPr>
        <p:spPr>
          <a:xfrm>
            <a:off x="3022552" y="1269040"/>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198" name="TextBox 197"/>
          <p:cNvSpPr txBox="1"/>
          <p:nvPr/>
        </p:nvSpPr>
        <p:spPr>
          <a:xfrm>
            <a:off x="2993631" y="1344220"/>
            <a:ext cx="491623" cy="324476"/>
          </a:xfrm>
          <a:prstGeom prst="rect">
            <a:avLst/>
          </a:prstGeom>
          <a:noFill/>
        </p:spPr>
        <p:txBody>
          <a:bodyPr wrap="square" lIns="65306" tIns="32653" rIns="65306" bIns="32653" rtlCol="0">
            <a:spAutoFit/>
          </a:bodyPr>
          <a:lstStyle/>
          <a:p>
            <a:r>
              <a:rPr lang="en-AU" sz="1600" b="1" dirty="0">
                <a:solidFill>
                  <a:srgbClr val="58585A"/>
                </a:solidFill>
              </a:rPr>
              <a:t>1</a:t>
            </a:r>
          </a:p>
        </p:txBody>
      </p:sp>
      <p:sp>
        <p:nvSpPr>
          <p:cNvPr id="199" name="Oval 198"/>
          <p:cNvSpPr/>
          <p:nvPr/>
        </p:nvSpPr>
        <p:spPr>
          <a:xfrm>
            <a:off x="3391173" y="2720863"/>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00" name="TextBox 199"/>
          <p:cNvSpPr txBox="1"/>
          <p:nvPr/>
        </p:nvSpPr>
        <p:spPr>
          <a:xfrm>
            <a:off x="3362252" y="2796042"/>
            <a:ext cx="491623" cy="324476"/>
          </a:xfrm>
          <a:prstGeom prst="rect">
            <a:avLst/>
          </a:prstGeom>
          <a:noFill/>
        </p:spPr>
        <p:txBody>
          <a:bodyPr wrap="square" lIns="65306" tIns="32653" rIns="65306" bIns="32653" rtlCol="0">
            <a:spAutoFit/>
          </a:bodyPr>
          <a:lstStyle/>
          <a:p>
            <a:r>
              <a:rPr lang="en-AU" sz="1600" b="1" dirty="0">
                <a:solidFill>
                  <a:srgbClr val="58585A"/>
                </a:solidFill>
              </a:rPr>
              <a:t>5</a:t>
            </a:r>
          </a:p>
        </p:txBody>
      </p:sp>
      <p:sp>
        <p:nvSpPr>
          <p:cNvPr id="201" name="Oval 200"/>
          <p:cNvSpPr/>
          <p:nvPr/>
        </p:nvSpPr>
        <p:spPr>
          <a:xfrm>
            <a:off x="3382485" y="2298254"/>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02" name="TextBox 201"/>
          <p:cNvSpPr txBox="1"/>
          <p:nvPr/>
        </p:nvSpPr>
        <p:spPr>
          <a:xfrm>
            <a:off x="3353564" y="2373433"/>
            <a:ext cx="491623" cy="324476"/>
          </a:xfrm>
          <a:prstGeom prst="rect">
            <a:avLst/>
          </a:prstGeom>
          <a:noFill/>
        </p:spPr>
        <p:txBody>
          <a:bodyPr wrap="square" lIns="65306" tIns="32653" rIns="65306" bIns="32653" rtlCol="0">
            <a:spAutoFit/>
          </a:bodyPr>
          <a:lstStyle/>
          <a:p>
            <a:r>
              <a:rPr lang="en-AU" sz="1600" b="1" dirty="0">
                <a:solidFill>
                  <a:srgbClr val="58585A"/>
                </a:solidFill>
              </a:rPr>
              <a:t>2</a:t>
            </a:r>
          </a:p>
        </p:txBody>
      </p:sp>
      <p:sp>
        <p:nvSpPr>
          <p:cNvPr id="203" name="Oval 202"/>
          <p:cNvSpPr/>
          <p:nvPr/>
        </p:nvSpPr>
        <p:spPr>
          <a:xfrm>
            <a:off x="3382485" y="1997536"/>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04" name="TextBox 203"/>
          <p:cNvSpPr txBox="1"/>
          <p:nvPr/>
        </p:nvSpPr>
        <p:spPr>
          <a:xfrm>
            <a:off x="3353564" y="2072715"/>
            <a:ext cx="491623" cy="324476"/>
          </a:xfrm>
          <a:prstGeom prst="rect">
            <a:avLst/>
          </a:prstGeom>
          <a:noFill/>
        </p:spPr>
        <p:txBody>
          <a:bodyPr wrap="square" lIns="65306" tIns="32653" rIns="65306" bIns="32653" rtlCol="0">
            <a:spAutoFit/>
          </a:bodyPr>
          <a:lstStyle/>
          <a:p>
            <a:r>
              <a:rPr lang="en-AU" sz="1600" b="1" dirty="0">
                <a:solidFill>
                  <a:srgbClr val="58585A"/>
                </a:solidFill>
              </a:rPr>
              <a:t>3</a:t>
            </a:r>
          </a:p>
        </p:txBody>
      </p:sp>
      <p:sp>
        <p:nvSpPr>
          <p:cNvPr id="205" name="Oval 204"/>
          <p:cNvSpPr/>
          <p:nvPr/>
        </p:nvSpPr>
        <p:spPr>
          <a:xfrm>
            <a:off x="3370348" y="1701022"/>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06" name="TextBox 205"/>
          <p:cNvSpPr txBox="1"/>
          <p:nvPr/>
        </p:nvSpPr>
        <p:spPr>
          <a:xfrm>
            <a:off x="3341427" y="1776201"/>
            <a:ext cx="491623" cy="324476"/>
          </a:xfrm>
          <a:prstGeom prst="rect">
            <a:avLst/>
          </a:prstGeom>
          <a:noFill/>
        </p:spPr>
        <p:txBody>
          <a:bodyPr wrap="square" lIns="65306" tIns="32653" rIns="65306" bIns="32653" rtlCol="0">
            <a:spAutoFit/>
          </a:bodyPr>
          <a:lstStyle/>
          <a:p>
            <a:r>
              <a:rPr lang="en-AU" sz="1600" b="1" dirty="0">
                <a:solidFill>
                  <a:srgbClr val="58585A"/>
                </a:solidFill>
              </a:rPr>
              <a:t>8</a:t>
            </a:r>
          </a:p>
        </p:txBody>
      </p:sp>
      <p:sp>
        <p:nvSpPr>
          <p:cNvPr id="209" name="Oval 208"/>
          <p:cNvSpPr/>
          <p:nvPr/>
        </p:nvSpPr>
        <p:spPr>
          <a:xfrm>
            <a:off x="1324645" y="2634833"/>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10" name="TextBox 209"/>
          <p:cNvSpPr txBox="1"/>
          <p:nvPr/>
        </p:nvSpPr>
        <p:spPr>
          <a:xfrm>
            <a:off x="1295724" y="2710012"/>
            <a:ext cx="491623" cy="324476"/>
          </a:xfrm>
          <a:prstGeom prst="rect">
            <a:avLst/>
          </a:prstGeom>
          <a:noFill/>
        </p:spPr>
        <p:txBody>
          <a:bodyPr wrap="square" lIns="65306" tIns="32653" rIns="65306" bIns="32653" rtlCol="0">
            <a:spAutoFit/>
          </a:bodyPr>
          <a:lstStyle/>
          <a:p>
            <a:r>
              <a:rPr lang="en-AU" sz="1600" b="1" dirty="0">
                <a:solidFill>
                  <a:srgbClr val="58585A"/>
                </a:solidFill>
              </a:rPr>
              <a:t>6</a:t>
            </a:r>
          </a:p>
        </p:txBody>
      </p:sp>
      <p:sp>
        <p:nvSpPr>
          <p:cNvPr id="211" name="Oval 210"/>
          <p:cNvSpPr/>
          <p:nvPr/>
        </p:nvSpPr>
        <p:spPr>
          <a:xfrm>
            <a:off x="3716962" y="1260102"/>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12" name="TextBox 211"/>
          <p:cNvSpPr txBox="1"/>
          <p:nvPr/>
        </p:nvSpPr>
        <p:spPr>
          <a:xfrm>
            <a:off x="3688041" y="1335281"/>
            <a:ext cx="491623" cy="324476"/>
          </a:xfrm>
          <a:prstGeom prst="rect">
            <a:avLst/>
          </a:prstGeom>
          <a:noFill/>
        </p:spPr>
        <p:txBody>
          <a:bodyPr wrap="square" lIns="65306" tIns="32653" rIns="65306" bIns="32653" rtlCol="0">
            <a:spAutoFit/>
          </a:bodyPr>
          <a:lstStyle/>
          <a:p>
            <a:r>
              <a:rPr lang="en-AU" sz="1600" b="1" dirty="0">
                <a:solidFill>
                  <a:srgbClr val="58585A"/>
                </a:solidFill>
              </a:rPr>
              <a:t>1</a:t>
            </a:r>
          </a:p>
        </p:txBody>
      </p:sp>
      <p:sp>
        <p:nvSpPr>
          <p:cNvPr id="213" name="Oval 212"/>
          <p:cNvSpPr/>
          <p:nvPr/>
        </p:nvSpPr>
        <p:spPr>
          <a:xfrm>
            <a:off x="3874108" y="3553473"/>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14" name="TextBox 213"/>
          <p:cNvSpPr txBox="1"/>
          <p:nvPr/>
        </p:nvSpPr>
        <p:spPr>
          <a:xfrm>
            <a:off x="3845187" y="3628652"/>
            <a:ext cx="491623" cy="324476"/>
          </a:xfrm>
          <a:prstGeom prst="rect">
            <a:avLst/>
          </a:prstGeom>
          <a:noFill/>
        </p:spPr>
        <p:txBody>
          <a:bodyPr wrap="square" lIns="65306" tIns="32653" rIns="65306" bIns="32653" rtlCol="0">
            <a:spAutoFit/>
          </a:bodyPr>
          <a:lstStyle/>
          <a:p>
            <a:r>
              <a:rPr lang="en-AU" sz="1600" b="1" dirty="0">
                <a:solidFill>
                  <a:srgbClr val="58585A"/>
                </a:solidFill>
              </a:rPr>
              <a:t>9</a:t>
            </a:r>
          </a:p>
        </p:txBody>
      </p:sp>
      <p:sp>
        <p:nvSpPr>
          <p:cNvPr id="215" name="Oval 214"/>
          <p:cNvSpPr/>
          <p:nvPr/>
        </p:nvSpPr>
        <p:spPr>
          <a:xfrm>
            <a:off x="4157865" y="2720863"/>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16" name="TextBox 215"/>
          <p:cNvSpPr txBox="1"/>
          <p:nvPr/>
        </p:nvSpPr>
        <p:spPr>
          <a:xfrm>
            <a:off x="4128944" y="2796042"/>
            <a:ext cx="491623" cy="324476"/>
          </a:xfrm>
          <a:prstGeom prst="rect">
            <a:avLst/>
          </a:prstGeom>
          <a:noFill/>
        </p:spPr>
        <p:txBody>
          <a:bodyPr wrap="square" lIns="65306" tIns="32653" rIns="65306" bIns="32653" rtlCol="0">
            <a:spAutoFit/>
          </a:bodyPr>
          <a:lstStyle/>
          <a:p>
            <a:r>
              <a:rPr lang="en-AU" sz="1600" b="1" dirty="0">
                <a:solidFill>
                  <a:srgbClr val="58585A"/>
                </a:solidFill>
              </a:rPr>
              <a:t>4</a:t>
            </a:r>
          </a:p>
        </p:txBody>
      </p:sp>
      <p:sp>
        <p:nvSpPr>
          <p:cNvPr id="217" name="Oval 216"/>
          <p:cNvSpPr/>
          <p:nvPr/>
        </p:nvSpPr>
        <p:spPr>
          <a:xfrm>
            <a:off x="4149788" y="3170023"/>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18" name="TextBox 217"/>
          <p:cNvSpPr txBox="1"/>
          <p:nvPr/>
        </p:nvSpPr>
        <p:spPr>
          <a:xfrm>
            <a:off x="4120867" y="3245202"/>
            <a:ext cx="491623" cy="324476"/>
          </a:xfrm>
          <a:prstGeom prst="rect">
            <a:avLst/>
          </a:prstGeom>
          <a:noFill/>
        </p:spPr>
        <p:txBody>
          <a:bodyPr wrap="square" lIns="65306" tIns="32653" rIns="65306" bIns="32653" rtlCol="0">
            <a:spAutoFit/>
          </a:bodyPr>
          <a:lstStyle/>
          <a:p>
            <a:r>
              <a:rPr lang="en-AU" sz="1600" b="1" dirty="0">
                <a:solidFill>
                  <a:srgbClr val="58585A"/>
                </a:solidFill>
              </a:rPr>
              <a:t>7</a:t>
            </a:r>
          </a:p>
        </p:txBody>
      </p:sp>
      <p:sp>
        <p:nvSpPr>
          <p:cNvPr id="219" name="Oval 218"/>
          <p:cNvSpPr/>
          <p:nvPr/>
        </p:nvSpPr>
        <p:spPr>
          <a:xfrm>
            <a:off x="4957329" y="3342443"/>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endParaRPr lang="en-AU"/>
          </a:p>
        </p:txBody>
      </p:sp>
      <p:sp>
        <p:nvSpPr>
          <p:cNvPr id="220" name="TextBox 219"/>
          <p:cNvSpPr txBox="1"/>
          <p:nvPr/>
        </p:nvSpPr>
        <p:spPr>
          <a:xfrm>
            <a:off x="4928408" y="3417622"/>
            <a:ext cx="491623" cy="324476"/>
          </a:xfrm>
          <a:prstGeom prst="rect">
            <a:avLst/>
          </a:prstGeom>
          <a:noFill/>
        </p:spPr>
        <p:txBody>
          <a:bodyPr wrap="square" lIns="65306" tIns="32653" rIns="65306" bIns="32653" rtlCol="0">
            <a:spAutoFit/>
          </a:bodyPr>
          <a:lstStyle/>
          <a:p>
            <a:r>
              <a:rPr lang="en-AU" sz="1600" b="1" dirty="0">
                <a:solidFill>
                  <a:srgbClr val="58585A"/>
                </a:solidFill>
              </a:rPr>
              <a:t>9</a:t>
            </a:r>
          </a:p>
        </p:txBody>
      </p:sp>
      <p:sp>
        <p:nvSpPr>
          <p:cNvPr id="221" name="Oval 220"/>
          <p:cNvSpPr/>
          <p:nvPr/>
        </p:nvSpPr>
        <p:spPr>
          <a:xfrm>
            <a:off x="5135325" y="2558543"/>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endParaRPr lang="en-AU"/>
          </a:p>
        </p:txBody>
      </p:sp>
      <p:sp>
        <p:nvSpPr>
          <p:cNvPr id="222" name="TextBox 221"/>
          <p:cNvSpPr txBox="1"/>
          <p:nvPr/>
        </p:nvSpPr>
        <p:spPr>
          <a:xfrm>
            <a:off x="5106404" y="2633722"/>
            <a:ext cx="491623" cy="324476"/>
          </a:xfrm>
          <a:prstGeom prst="rect">
            <a:avLst/>
          </a:prstGeom>
          <a:noFill/>
        </p:spPr>
        <p:txBody>
          <a:bodyPr wrap="square" lIns="65306" tIns="32653" rIns="65306" bIns="32653" rtlCol="0">
            <a:spAutoFit/>
          </a:bodyPr>
          <a:lstStyle/>
          <a:p>
            <a:r>
              <a:rPr lang="en-AU" sz="1600" b="1" dirty="0">
                <a:solidFill>
                  <a:srgbClr val="58585A"/>
                </a:solidFill>
              </a:rPr>
              <a:t>5</a:t>
            </a:r>
          </a:p>
        </p:txBody>
      </p:sp>
      <p:sp>
        <p:nvSpPr>
          <p:cNvPr id="223" name="Oval 222"/>
          <p:cNvSpPr/>
          <p:nvPr/>
        </p:nvSpPr>
        <p:spPr>
          <a:xfrm>
            <a:off x="5753135" y="2214083"/>
            <a:ext cx="433782" cy="433782"/>
          </a:xfrm>
          <a:prstGeom prst="ellipse">
            <a:avLst/>
          </a:prstGeom>
          <a:solidFill>
            <a:srgbClr val="FFFF00"/>
          </a:solidFill>
          <a:ln w="12700">
            <a:solidFill>
              <a:srgbClr val="002060"/>
            </a:solidFill>
          </a:ln>
        </p:spPr>
        <p:txBody>
          <a:bodyPr vert="horz" wrap="none" lIns="0" tIns="0" rIns="0" bIns="0" numCol="1" rtlCol="0" anchor="ctr" anchorCtr="0" compatLnSpc="1">
            <a:prstTxWarp prst="textNoShape">
              <a:avLst/>
            </a:prstTxWarp>
          </a:bodyPr>
          <a:lstStyle/>
          <a:p>
            <a:endParaRPr lang="en-AU"/>
          </a:p>
        </p:txBody>
      </p:sp>
      <p:sp>
        <p:nvSpPr>
          <p:cNvPr id="224" name="TextBox 223"/>
          <p:cNvSpPr txBox="1"/>
          <p:nvPr/>
        </p:nvSpPr>
        <p:spPr>
          <a:xfrm>
            <a:off x="5724214" y="2289262"/>
            <a:ext cx="491623" cy="324476"/>
          </a:xfrm>
          <a:prstGeom prst="rect">
            <a:avLst/>
          </a:prstGeom>
          <a:noFill/>
        </p:spPr>
        <p:txBody>
          <a:bodyPr wrap="square" lIns="65306" tIns="32653" rIns="65306" bIns="32653" rtlCol="0">
            <a:spAutoFit/>
          </a:bodyPr>
          <a:lstStyle/>
          <a:p>
            <a:r>
              <a:rPr lang="en-AU" sz="1600" b="1" dirty="0">
                <a:solidFill>
                  <a:srgbClr val="58585A"/>
                </a:solidFill>
              </a:rPr>
              <a:t>4</a:t>
            </a:r>
          </a:p>
        </p:txBody>
      </p:sp>
      <p:sp>
        <p:nvSpPr>
          <p:cNvPr id="225" name="Oval 224"/>
          <p:cNvSpPr/>
          <p:nvPr/>
        </p:nvSpPr>
        <p:spPr>
          <a:xfrm>
            <a:off x="5759288" y="2720863"/>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26" name="TextBox 225"/>
          <p:cNvSpPr txBox="1"/>
          <p:nvPr/>
        </p:nvSpPr>
        <p:spPr>
          <a:xfrm>
            <a:off x="5730367" y="2796042"/>
            <a:ext cx="491623" cy="324476"/>
          </a:xfrm>
          <a:prstGeom prst="rect">
            <a:avLst/>
          </a:prstGeom>
          <a:noFill/>
        </p:spPr>
        <p:txBody>
          <a:bodyPr wrap="square" lIns="65306" tIns="32653" rIns="65306" bIns="32653" rtlCol="0">
            <a:spAutoFit/>
          </a:bodyPr>
          <a:lstStyle/>
          <a:p>
            <a:r>
              <a:rPr lang="en-AU" sz="1600" b="1" dirty="0">
                <a:solidFill>
                  <a:srgbClr val="58585A"/>
                </a:solidFill>
              </a:rPr>
              <a:t>2</a:t>
            </a:r>
          </a:p>
        </p:txBody>
      </p:sp>
      <p:sp>
        <p:nvSpPr>
          <p:cNvPr id="227" name="Oval 226"/>
          <p:cNvSpPr/>
          <p:nvPr/>
        </p:nvSpPr>
        <p:spPr>
          <a:xfrm>
            <a:off x="5742446" y="3758568"/>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28" name="TextBox 227"/>
          <p:cNvSpPr txBox="1"/>
          <p:nvPr/>
        </p:nvSpPr>
        <p:spPr>
          <a:xfrm>
            <a:off x="5713525" y="3833747"/>
            <a:ext cx="491623" cy="324476"/>
          </a:xfrm>
          <a:prstGeom prst="rect">
            <a:avLst/>
          </a:prstGeom>
          <a:noFill/>
        </p:spPr>
        <p:txBody>
          <a:bodyPr wrap="square" lIns="65306" tIns="32653" rIns="65306" bIns="32653" rtlCol="0">
            <a:spAutoFit/>
          </a:bodyPr>
          <a:lstStyle/>
          <a:p>
            <a:r>
              <a:rPr lang="en-AU" sz="1600" b="1" dirty="0">
                <a:solidFill>
                  <a:srgbClr val="58585A"/>
                </a:solidFill>
              </a:rPr>
              <a:t>6</a:t>
            </a:r>
          </a:p>
        </p:txBody>
      </p:sp>
      <p:sp>
        <p:nvSpPr>
          <p:cNvPr id="229" name="Oval 228"/>
          <p:cNvSpPr/>
          <p:nvPr/>
        </p:nvSpPr>
        <p:spPr>
          <a:xfrm>
            <a:off x="5737839" y="4117170"/>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30" name="TextBox 229"/>
          <p:cNvSpPr txBox="1"/>
          <p:nvPr/>
        </p:nvSpPr>
        <p:spPr>
          <a:xfrm>
            <a:off x="5708918" y="4192349"/>
            <a:ext cx="491623" cy="324476"/>
          </a:xfrm>
          <a:prstGeom prst="rect">
            <a:avLst/>
          </a:prstGeom>
          <a:noFill/>
        </p:spPr>
        <p:txBody>
          <a:bodyPr wrap="square" lIns="65306" tIns="32653" rIns="65306" bIns="32653" rtlCol="0">
            <a:spAutoFit/>
          </a:bodyPr>
          <a:lstStyle/>
          <a:p>
            <a:r>
              <a:rPr lang="en-AU" sz="1600" b="1" dirty="0">
                <a:solidFill>
                  <a:srgbClr val="58585A"/>
                </a:solidFill>
              </a:rPr>
              <a:t>7</a:t>
            </a:r>
          </a:p>
        </p:txBody>
      </p:sp>
      <p:sp>
        <p:nvSpPr>
          <p:cNvPr id="231" name="Oval 230"/>
          <p:cNvSpPr/>
          <p:nvPr/>
        </p:nvSpPr>
        <p:spPr>
          <a:xfrm>
            <a:off x="2925322" y="1692983"/>
            <a:ext cx="433782" cy="433782"/>
          </a:xfrm>
          <a:prstGeom prst="ellipse">
            <a:avLst/>
          </a:prstGeom>
          <a:solidFill>
            <a:srgbClr val="00B0F0"/>
          </a:solidFill>
          <a:ln w="12700">
            <a:solidFill>
              <a:srgbClr val="002060"/>
            </a:solidFill>
          </a:ln>
        </p:spPr>
        <p:txBody>
          <a:bodyPr vert="horz" wrap="none" lIns="0" tIns="0" rIns="0" bIns="0" numCol="1" rtlCol="0" anchor="ctr" anchorCtr="0" compatLnSpc="1">
            <a:prstTxWarp prst="textNoShape">
              <a:avLst/>
            </a:prstTxWarp>
          </a:bodyPr>
          <a:lstStyle/>
          <a:p>
            <a:pPr defTabSz="914290"/>
            <a:endParaRPr lang="en-AU"/>
          </a:p>
        </p:txBody>
      </p:sp>
      <p:sp>
        <p:nvSpPr>
          <p:cNvPr id="232" name="TextBox 231"/>
          <p:cNvSpPr txBox="1"/>
          <p:nvPr/>
        </p:nvSpPr>
        <p:spPr>
          <a:xfrm>
            <a:off x="2896401" y="1768162"/>
            <a:ext cx="491623" cy="324476"/>
          </a:xfrm>
          <a:prstGeom prst="rect">
            <a:avLst/>
          </a:prstGeom>
          <a:noFill/>
        </p:spPr>
        <p:txBody>
          <a:bodyPr wrap="square" lIns="65306" tIns="32653" rIns="65306" bIns="32653" rtlCol="0">
            <a:spAutoFit/>
          </a:bodyPr>
          <a:lstStyle/>
          <a:p>
            <a:r>
              <a:rPr lang="en-AU" sz="1600" b="1" dirty="0">
                <a:solidFill>
                  <a:srgbClr val="58585A"/>
                </a:solidFill>
              </a:rPr>
              <a:t>3</a:t>
            </a:r>
          </a:p>
        </p:txBody>
      </p:sp>
      <p:sp>
        <p:nvSpPr>
          <p:cNvPr id="93" name="TextBox 92"/>
          <p:cNvSpPr txBox="1"/>
          <p:nvPr/>
        </p:nvSpPr>
        <p:spPr>
          <a:xfrm>
            <a:off x="6516217" y="1304533"/>
            <a:ext cx="2483768" cy="4184982"/>
          </a:xfrm>
          <a:prstGeom prst="rect">
            <a:avLst/>
          </a:prstGeom>
          <a:noFill/>
        </p:spPr>
        <p:txBody>
          <a:bodyPr wrap="square" lIns="91429" tIns="45715" rIns="91429" bIns="45715" rtlCol="0">
            <a:spAutoFit/>
          </a:bodyPr>
          <a:lstStyle/>
          <a:p>
            <a:pPr algn="l"/>
            <a:r>
              <a:rPr lang="en-AU" sz="900" dirty="0"/>
              <a:t>LEGEND</a:t>
            </a:r>
          </a:p>
          <a:p>
            <a:pPr algn="l"/>
            <a:r>
              <a:rPr lang="en-AU" sz="900" dirty="0"/>
              <a:t>1 = Base Data - The data that is found on most maps, roads, streams, topography </a:t>
            </a:r>
            <a:r>
              <a:rPr lang="en-AU" sz="900" dirty="0" smtClean="0"/>
              <a:t>etc.</a:t>
            </a:r>
            <a:endParaRPr lang="en-AU" sz="900" dirty="0"/>
          </a:p>
          <a:p>
            <a:pPr algn="l"/>
            <a:r>
              <a:rPr lang="en-AU" sz="900" dirty="0"/>
              <a:t>2 = Asset  &amp; Value - Those things threatened by an emergency. Life, property, environment</a:t>
            </a:r>
          </a:p>
          <a:p>
            <a:pPr algn="l"/>
            <a:r>
              <a:rPr lang="en-AU" sz="900" dirty="0"/>
              <a:t>3=Weather - Forecast and observed weather including predictions</a:t>
            </a:r>
          </a:p>
          <a:p>
            <a:pPr algn="l"/>
            <a:r>
              <a:rPr lang="en-AU" sz="900" dirty="0"/>
              <a:t>4=Incident - Information about the incident, location, size, behaviour, significance </a:t>
            </a:r>
            <a:r>
              <a:rPr lang="en-AU" sz="900" dirty="0" smtClean="0"/>
              <a:t>etc. </a:t>
            </a:r>
            <a:r>
              <a:rPr lang="en-AU" sz="900" dirty="0"/>
              <a:t>including some predictive information</a:t>
            </a:r>
          </a:p>
          <a:p>
            <a:pPr algn="l"/>
            <a:r>
              <a:rPr lang="en-AU" sz="900" dirty="0"/>
              <a:t>5=Warnings - Warnings about the fire danger period, </a:t>
            </a:r>
            <a:r>
              <a:rPr lang="en-AU" sz="900" dirty="0" smtClean="0"/>
              <a:t>Total </a:t>
            </a:r>
            <a:r>
              <a:rPr lang="en-AU" sz="900" dirty="0" err="1" smtClean="0"/>
              <a:t>Fireban</a:t>
            </a:r>
            <a:r>
              <a:rPr lang="en-AU" sz="900" dirty="0" smtClean="0"/>
              <a:t> </a:t>
            </a:r>
            <a:r>
              <a:rPr lang="en-AU" sz="900" dirty="0"/>
              <a:t>day, or incident</a:t>
            </a:r>
          </a:p>
          <a:p>
            <a:pPr algn="l"/>
            <a:r>
              <a:rPr lang="en-AU" sz="900" dirty="0"/>
              <a:t>6=Resources - Information about agency personnel, vehicles, equipment and infrastructure</a:t>
            </a:r>
          </a:p>
          <a:p>
            <a:pPr algn="l"/>
            <a:r>
              <a:rPr lang="en-AU" sz="900" dirty="0"/>
              <a:t>7=Plans - Pre prepared plans – township protection, municipal, building, hazmat, planned burns, </a:t>
            </a:r>
            <a:r>
              <a:rPr lang="en-AU" sz="900" dirty="0" smtClean="0"/>
              <a:t>etc.</a:t>
            </a:r>
            <a:endParaRPr lang="en-AU" sz="900" dirty="0"/>
          </a:p>
          <a:p>
            <a:pPr algn="l"/>
            <a:r>
              <a:rPr lang="en-AU" sz="900" dirty="0"/>
              <a:t>8=Procedures - Documents that inform agencies on how to prepare, respond and recover</a:t>
            </a:r>
          </a:p>
          <a:p>
            <a:pPr algn="l"/>
            <a:r>
              <a:rPr lang="en-AU" sz="900" dirty="0"/>
              <a:t>9=Impacts - Information about what has been impacted by an incident</a:t>
            </a:r>
          </a:p>
        </p:txBody>
      </p:sp>
      <p:sp>
        <p:nvSpPr>
          <p:cNvPr id="3" name="TextBox 2"/>
          <p:cNvSpPr txBox="1"/>
          <p:nvPr/>
        </p:nvSpPr>
        <p:spPr>
          <a:xfrm>
            <a:off x="151625" y="5619510"/>
            <a:ext cx="8840752" cy="1029503"/>
          </a:xfrm>
          <a:prstGeom prst="rect">
            <a:avLst/>
          </a:prstGeom>
          <a:noFill/>
        </p:spPr>
        <p:txBody>
          <a:bodyPr wrap="square" lIns="91429" tIns="45715" rIns="91429" bIns="45715" rtlCol="0">
            <a:spAutoFit/>
          </a:bodyPr>
          <a:lstStyle/>
          <a:p>
            <a:pPr algn="l"/>
            <a:r>
              <a:rPr lang="en-AU" b="1" dirty="0">
                <a:solidFill>
                  <a:srgbClr val="58585A"/>
                </a:solidFill>
              </a:rPr>
              <a:t>Items in the shaded green zone offer the greatest additional benefit AND/OR are easiest to implement.</a:t>
            </a:r>
          </a:p>
          <a:p>
            <a:pPr algn="l"/>
            <a:r>
              <a:rPr lang="en-AU" b="1" dirty="0">
                <a:solidFill>
                  <a:srgbClr val="FFFF00"/>
                </a:solidFill>
              </a:rPr>
              <a:t>Yellow circles </a:t>
            </a:r>
            <a:r>
              <a:rPr lang="en-AU" b="1" dirty="0">
                <a:solidFill>
                  <a:srgbClr val="58585A"/>
                </a:solidFill>
              </a:rPr>
              <a:t>are Community Perspective, </a:t>
            </a:r>
            <a:r>
              <a:rPr lang="en-AU" b="1" dirty="0">
                <a:solidFill>
                  <a:schemeClr val="accent1"/>
                </a:solidFill>
              </a:rPr>
              <a:t>Blue circles</a:t>
            </a:r>
            <a:r>
              <a:rPr lang="en-AU" b="1" dirty="0">
                <a:solidFill>
                  <a:srgbClr val="58585A"/>
                </a:solidFill>
              </a:rPr>
              <a:t> are Agency Perspective </a:t>
            </a:r>
          </a:p>
          <a:p>
            <a:endParaRPr lang="en-AU" dirty="0"/>
          </a:p>
        </p:txBody>
      </p:sp>
    </p:spTree>
    <p:extLst>
      <p:ext uri="{BB962C8B-B14F-4D97-AF65-F5344CB8AC3E}">
        <p14:creationId xmlns:p14="http://schemas.microsoft.com/office/powerpoint/2010/main" val="875326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176863" y="1370160"/>
            <a:ext cx="6475964" cy="3888432"/>
          </a:xfrm>
          <a:prstGeom prst="rect">
            <a:avLst/>
          </a:prstGeom>
          <a:gradFill flip="none" rotWithShape="1">
            <a:gsLst>
              <a:gs pos="0">
                <a:srgbClr val="FF3399">
                  <a:alpha val="54000"/>
                  <a:lumMod val="43000"/>
                </a:srgbClr>
              </a:gs>
              <a:gs pos="0">
                <a:srgbClr val="FF6633"/>
              </a:gs>
              <a:gs pos="35000">
                <a:srgbClr val="FFFF00">
                  <a:alpha val="10000"/>
                </a:srgbClr>
              </a:gs>
              <a:gs pos="100000">
                <a:srgbClr val="01A78F"/>
              </a:gs>
              <a:gs pos="100000">
                <a:srgbClr val="3366FF">
                  <a:alpha val="19000"/>
                  <a:lumMod val="88000"/>
                  <a:lumOff val="12000"/>
                </a:srgbClr>
              </a:gs>
            </a:gsLst>
            <a:lin ang="18900000" scaled="1"/>
            <a:tileRect/>
          </a:gradFill>
          <a:ln w="12700">
            <a:noFill/>
          </a:ln>
        </p:spPr>
        <p:txBody>
          <a:bodyPr vert="horz" wrap="none" lIns="0" tIns="0" rIns="0" bIns="0" numCol="1" rtlCol="0" anchor="ctr" anchorCtr="0" compatLnSpc="1">
            <a:prstTxWarp prst="textNoShape">
              <a:avLst/>
            </a:prstTxWarp>
          </a:bodyPr>
          <a:lstStyle/>
          <a:p>
            <a:pPr marL="0" marR="0" indent="0" algn="ctr" defTabSz="914400" rtl="0" eaLnBrk="1" fontAlgn="base" latinLnBrk="0" hangingPunct="1">
              <a:lnSpc>
                <a:spcPct val="105000"/>
              </a:lnSpc>
              <a:spcBef>
                <a:spcPct val="60000"/>
              </a:spcBef>
              <a:spcAft>
                <a:spcPct val="0"/>
              </a:spcAft>
              <a:buClrTx/>
              <a:buSzTx/>
              <a:buFontTx/>
              <a:buNone/>
              <a:tabLst/>
            </a:pPr>
            <a:endParaRPr kumimoji="0" lang="en-AU" sz="1400" b="0" i="0" u="none" strike="noStrike" cap="none" normalizeH="0" baseline="0" smtClean="0">
              <a:ln>
                <a:noFill/>
              </a:ln>
              <a:solidFill>
                <a:schemeClr val="tx1"/>
              </a:solidFill>
              <a:effectLst/>
              <a:latin typeface="Arial" charset="0"/>
              <a:cs typeface="Arial" charset="0"/>
            </a:endParaRPr>
          </a:p>
        </p:txBody>
      </p:sp>
      <p:sp>
        <p:nvSpPr>
          <p:cNvPr id="5" name="Rectangle 4"/>
          <p:cNvSpPr/>
          <p:nvPr/>
        </p:nvSpPr>
        <p:spPr>
          <a:xfrm>
            <a:off x="1187625" y="1340768"/>
            <a:ext cx="6454441" cy="3888432"/>
          </a:xfrm>
          <a:prstGeom prst="rect">
            <a:avLst/>
          </a:prstGeom>
          <a:noFill/>
          <a:ln w="12700">
            <a:solidFill>
              <a:srgbClr val="002060"/>
            </a:solidFill>
          </a:ln>
        </p:spPr>
        <p:txBody>
          <a:bodyPr vert="horz" wrap="none" lIns="0" tIns="0" rIns="0" bIns="0" numCol="1" rtlCol="0" anchor="ctr" anchorCtr="0" compatLnSpc="1">
            <a:prstTxWarp prst="textNoShape">
              <a:avLst/>
            </a:prstTxWarp>
          </a:bodyPr>
          <a:lstStyle/>
          <a:p>
            <a:endParaRPr lang="en-AU">
              <a:solidFill>
                <a:srgbClr val="58585A"/>
              </a:solidFill>
            </a:endParaRPr>
          </a:p>
        </p:txBody>
      </p:sp>
      <p:sp>
        <p:nvSpPr>
          <p:cNvPr id="2" name="Title 1"/>
          <p:cNvSpPr>
            <a:spLocks noGrp="1"/>
          </p:cNvSpPr>
          <p:nvPr>
            <p:ph type="title"/>
          </p:nvPr>
        </p:nvSpPr>
        <p:spPr>
          <a:xfrm>
            <a:off x="459401" y="188640"/>
            <a:ext cx="8229600" cy="562074"/>
          </a:xfrm>
        </p:spPr>
        <p:txBody>
          <a:bodyPr>
            <a:noAutofit/>
          </a:bodyPr>
          <a:lstStyle/>
          <a:p>
            <a:r>
              <a:rPr lang="en-AU" sz="2800" dirty="0"/>
              <a:t>Major Findings/Recommendations for Action</a:t>
            </a:r>
          </a:p>
        </p:txBody>
      </p:sp>
      <p:cxnSp>
        <p:nvCxnSpPr>
          <p:cNvPr id="4" name="Straight Arrow Connector 3"/>
          <p:cNvCxnSpPr/>
          <p:nvPr/>
        </p:nvCxnSpPr>
        <p:spPr bwMode="auto">
          <a:xfrm flipV="1">
            <a:off x="1026579" y="1362596"/>
            <a:ext cx="0" cy="388843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Arrow Connector 5"/>
          <p:cNvCxnSpPr/>
          <p:nvPr/>
        </p:nvCxnSpPr>
        <p:spPr bwMode="auto">
          <a:xfrm>
            <a:off x="1187625" y="5441745"/>
            <a:ext cx="6048672"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Box 6"/>
          <p:cNvSpPr txBox="1"/>
          <p:nvPr/>
        </p:nvSpPr>
        <p:spPr>
          <a:xfrm>
            <a:off x="2990025" y="5513962"/>
            <a:ext cx="3168352" cy="318539"/>
          </a:xfrm>
          <a:prstGeom prst="rect">
            <a:avLst/>
          </a:prstGeom>
          <a:noFill/>
        </p:spPr>
        <p:txBody>
          <a:bodyPr wrap="square" lIns="91429" tIns="45715" rIns="91429" bIns="45715" rtlCol="0">
            <a:spAutoFit/>
          </a:bodyPr>
          <a:lstStyle/>
          <a:p>
            <a:r>
              <a:rPr lang="en-AU" b="1" dirty="0">
                <a:solidFill>
                  <a:srgbClr val="58585A"/>
                </a:solidFill>
              </a:rPr>
              <a:t>Degree of Benefit</a:t>
            </a:r>
          </a:p>
        </p:txBody>
      </p:sp>
      <p:sp>
        <p:nvSpPr>
          <p:cNvPr id="8" name="TextBox 7"/>
          <p:cNvSpPr txBox="1"/>
          <p:nvPr/>
        </p:nvSpPr>
        <p:spPr>
          <a:xfrm rot="16200000">
            <a:off x="-897874" y="3125714"/>
            <a:ext cx="3168352" cy="318539"/>
          </a:xfrm>
          <a:prstGeom prst="rect">
            <a:avLst/>
          </a:prstGeom>
          <a:noFill/>
        </p:spPr>
        <p:txBody>
          <a:bodyPr wrap="square" lIns="91429" tIns="45715" rIns="91429" bIns="45715" rtlCol="0">
            <a:spAutoFit/>
          </a:bodyPr>
          <a:lstStyle/>
          <a:p>
            <a:r>
              <a:rPr lang="en-AU" b="1" dirty="0">
                <a:solidFill>
                  <a:srgbClr val="58585A"/>
                </a:solidFill>
              </a:rPr>
              <a:t>Ease of Implementation</a:t>
            </a:r>
          </a:p>
        </p:txBody>
      </p:sp>
      <p:grpSp>
        <p:nvGrpSpPr>
          <p:cNvPr id="15" name="Group 14"/>
          <p:cNvGrpSpPr/>
          <p:nvPr/>
        </p:nvGrpSpPr>
        <p:grpSpPr>
          <a:xfrm>
            <a:off x="6660232" y="1479612"/>
            <a:ext cx="576064" cy="457200"/>
            <a:chOff x="6660232" y="1479612"/>
            <a:chExt cx="576064" cy="457200"/>
          </a:xfrm>
        </p:grpSpPr>
        <p:sp>
          <p:nvSpPr>
            <p:cNvPr id="13" name="TextBox 12"/>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1a</a:t>
              </a:r>
              <a:endParaRPr lang="en-AU" sz="1600" b="1" dirty="0">
                <a:solidFill>
                  <a:srgbClr val="58585A"/>
                </a:solidFill>
              </a:endParaRPr>
            </a:p>
          </p:txBody>
        </p:sp>
        <p:sp>
          <p:nvSpPr>
            <p:cNvPr id="14" name="Oval 13"/>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16" name="Group 15"/>
          <p:cNvGrpSpPr/>
          <p:nvPr/>
        </p:nvGrpSpPr>
        <p:grpSpPr>
          <a:xfrm>
            <a:off x="6632523" y="1936812"/>
            <a:ext cx="576064" cy="457200"/>
            <a:chOff x="6660232" y="1479612"/>
            <a:chExt cx="576064" cy="457200"/>
          </a:xfrm>
        </p:grpSpPr>
        <p:sp>
          <p:nvSpPr>
            <p:cNvPr id="17" name="TextBox 16"/>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29</a:t>
              </a:r>
              <a:endParaRPr lang="en-AU" sz="1600" b="1" dirty="0">
                <a:solidFill>
                  <a:srgbClr val="58585A"/>
                </a:solidFill>
              </a:endParaRPr>
            </a:p>
          </p:txBody>
        </p:sp>
        <p:sp>
          <p:nvSpPr>
            <p:cNvPr id="18" name="Oval 17"/>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19" name="Group 18"/>
          <p:cNvGrpSpPr/>
          <p:nvPr/>
        </p:nvGrpSpPr>
        <p:grpSpPr>
          <a:xfrm>
            <a:off x="6804248" y="2316832"/>
            <a:ext cx="576064" cy="457200"/>
            <a:chOff x="6660232" y="1479612"/>
            <a:chExt cx="576064" cy="457200"/>
          </a:xfrm>
        </p:grpSpPr>
        <p:sp>
          <p:nvSpPr>
            <p:cNvPr id="20" name="TextBox 19"/>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9</a:t>
              </a:r>
              <a:endParaRPr lang="en-AU" sz="1600" b="1" dirty="0">
                <a:solidFill>
                  <a:srgbClr val="58585A"/>
                </a:solidFill>
              </a:endParaRPr>
            </a:p>
          </p:txBody>
        </p:sp>
        <p:sp>
          <p:nvSpPr>
            <p:cNvPr id="21" name="Oval 20"/>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22" name="Group 21"/>
          <p:cNvGrpSpPr/>
          <p:nvPr/>
        </p:nvGrpSpPr>
        <p:grpSpPr>
          <a:xfrm>
            <a:off x="6595183" y="2844761"/>
            <a:ext cx="576064" cy="457200"/>
            <a:chOff x="6660232" y="1479612"/>
            <a:chExt cx="576064" cy="457200"/>
          </a:xfrm>
        </p:grpSpPr>
        <p:sp>
          <p:nvSpPr>
            <p:cNvPr id="23" name="TextBox 22"/>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1b</a:t>
              </a:r>
              <a:endParaRPr lang="en-AU" sz="1600" b="1" dirty="0">
                <a:solidFill>
                  <a:srgbClr val="58585A"/>
                </a:solidFill>
              </a:endParaRPr>
            </a:p>
          </p:txBody>
        </p:sp>
        <p:sp>
          <p:nvSpPr>
            <p:cNvPr id="24" name="Oval 23"/>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25" name="Group 24"/>
          <p:cNvGrpSpPr/>
          <p:nvPr/>
        </p:nvGrpSpPr>
        <p:grpSpPr>
          <a:xfrm>
            <a:off x="6019119" y="1650446"/>
            <a:ext cx="576064" cy="457200"/>
            <a:chOff x="6660232" y="1479612"/>
            <a:chExt cx="576064" cy="457200"/>
          </a:xfrm>
        </p:grpSpPr>
        <p:sp>
          <p:nvSpPr>
            <p:cNvPr id="26" name="TextBox 25"/>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17</a:t>
              </a:r>
              <a:endParaRPr lang="en-AU" sz="1600" b="1" dirty="0">
                <a:solidFill>
                  <a:srgbClr val="58585A"/>
                </a:solidFill>
              </a:endParaRPr>
            </a:p>
          </p:txBody>
        </p:sp>
        <p:sp>
          <p:nvSpPr>
            <p:cNvPr id="27" name="Oval 26"/>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28" name="Group 27"/>
          <p:cNvGrpSpPr/>
          <p:nvPr/>
        </p:nvGrpSpPr>
        <p:grpSpPr>
          <a:xfrm>
            <a:off x="5417190" y="1825771"/>
            <a:ext cx="576064" cy="457200"/>
            <a:chOff x="6660232" y="1479612"/>
            <a:chExt cx="576064" cy="457200"/>
          </a:xfrm>
        </p:grpSpPr>
        <p:sp>
          <p:nvSpPr>
            <p:cNvPr id="29" name="TextBox 28"/>
            <p:cNvSpPr txBox="1"/>
            <p:nvPr/>
          </p:nvSpPr>
          <p:spPr>
            <a:xfrm>
              <a:off x="6660232" y="1556792"/>
              <a:ext cx="576064" cy="350865"/>
            </a:xfrm>
            <a:prstGeom prst="rect">
              <a:avLst/>
            </a:prstGeom>
            <a:noFill/>
          </p:spPr>
          <p:txBody>
            <a:bodyPr wrap="square" rtlCol="0">
              <a:spAutoFit/>
            </a:bodyPr>
            <a:lstStyle/>
            <a:p>
              <a:r>
                <a:rPr lang="en-AU" sz="1600" b="1" dirty="0">
                  <a:solidFill>
                    <a:srgbClr val="58585A"/>
                  </a:solidFill>
                </a:rPr>
                <a:t>7</a:t>
              </a:r>
            </a:p>
          </p:txBody>
        </p:sp>
        <p:sp>
          <p:nvSpPr>
            <p:cNvPr id="30" name="Oval 29"/>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32" name="Group 31"/>
          <p:cNvGrpSpPr/>
          <p:nvPr/>
        </p:nvGrpSpPr>
        <p:grpSpPr>
          <a:xfrm>
            <a:off x="5677513" y="2616161"/>
            <a:ext cx="576064" cy="457200"/>
            <a:chOff x="6660232" y="1479612"/>
            <a:chExt cx="576064" cy="457200"/>
          </a:xfrm>
        </p:grpSpPr>
        <p:sp>
          <p:nvSpPr>
            <p:cNvPr id="33" name="TextBox 32"/>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30</a:t>
              </a:r>
              <a:endParaRPr lang="en-AU" sz="1600" b="1" dirty="0">
                <a:solidFill>
                  <a:srgbClr val="58585A"/>
                </a:solidFill>
              </a:endParaRPr>
            </a:p>
          </p:txBody>
        </p:sp>
        <p:sp>
          <p:nvSpPr>
            <p:cNvPr id="34" name="Oval 33"/>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35" name="Group 34"/>
          <p:cNvGrpSpPr/>
          <p:nvPr/>
        </p:nvGrpSpPr>
        <p:grpSpPr>
          <a:xfrm>
            <a:off x="4788024" y="2592051"/>
            <a:ext cx="576064" cy="457200"/>
            <a:chOff x="6660232" y="1479612"/>
            <a:chExt cx="576064" cy="457200"/>
          </a:xfrm>
        </p:grpSpPr>
        <p:sp>
          <p:nvSpPr>
            <p:cNvPr id="36" name="TextBox 35"/>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36</a:t>
              </a:r>
              <a:endParaRPr lang="en-AU" sz="1600" b="1" dirty="0">
                <a:solidFill>
                  <a:srgbClr val="58585A"/>
                </a:solidFill>
              </a:endParaRPr>
            </a:p>
          </p:txBody>
        </p:sp>
        <p:sp>
          <p:nvSpPr>
            <p:cNvPr id="37" name="Oval 36"/>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38" name="Group 37"/>
          <p:cNvGrpSpPr/>
          <p:nvPr/>
        </p:nvGrpSpPr>
        <p:grpSpPr>
          <a:xfrm>
            <a:off x="4286169" y="2124596"/>
            <a:ext cx="576064" cy="457200"/>
            <a:chOff x="6660232" y="1479612"/>
            <a:chExt cx="576064" cy="457200"/>
          </a:xfrm>
        </p:grpSpPr>
        <p:sp>
          <p:nvSpPr>
            <p:cNvPr id="39" name="TextBox 38"/>
            <p:cNvSpPr txBox="1"/>
            <p:nvPr/>
          </p:nvSpPr>
          <p:spPr>
            <a:xfrm>
              <a:off x="6660232" y="1556792"/>
              <a:ext cx="576064" cy="350865"/>
            </a:xfrm>
            <a:prstGeom prst="rect">
              <a:avLst/>
            </a:prstGeom>
            <a:noFill/>
          </p:spPr>
          <p:txBody>
            <a:bodyPr wrap="square" rtlCol="0">
              <a:spAutoFit/>
            </a:bodyPr>
            <a:lstStyle/>
            <a:p>
              <a:r>
                <a:rPr lang="en-AU" sz="1600" b="1" dirty="0">
                  <a:solidFill>
                    <a:srgbClr val="58585A"/>
                  </a:solidFill>
                </a:rPr>
                <a:t>4</a:t>
              </a:r>
              <a:r>
                <a:rPr lang="en-AU" sz="1600" b="1" dirty="0" smtClean="0">
                  <a:solidFill>
                    <a:srgbClr val="58585A"/>
                  </a:solidFill>
                </a:rPr>
                <a:t>6</a:t>
              </a:r>
              <a:endParaRPr lang="en-AU" sz="1600" b="1" dirty="0">
                <a:solidFill>
                  <a:srgbClr val="58585A"/>
                </a:solidFill>
              </a:endParaRPr>
            </a:p>
          </p:txBody>
        </p:sp>
        <p:sp>
          <p:nvSpPr>
            <p:cNvPr id="40" name="Oval 39"/>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41" name="Group 40"/>
          <p:cNvGrpSpPr/>
          <p:nvPr/>
        </p:nvGrpSpPr>
        <p:grpSpPr>
          <a:xfrm>
            <a:off x="4652617" y="1746641"/>
            <a:ext cx="576064" cy="457200"/>
            <a:chOff x="6660232" y="1479612"/>
            <a:chExt cx="576064" cy="457200"/>
          </a:xfrm>
        </p:grpSpPr>
        <p:sp>
          <p:nvSpPr>
            <p:cNvPr id="42" name="TextBox 41"/>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4</a:t>
              </a:r>
              <a:r>
                <a:rPr lang="en-AU" sz="1600" b="1" dirty="0">
                  <a:solidFill>
                    <a:srgbClr val="58585A"/>
                  </a:solidFill>
                </a:rPr>
                <a:t>5</a:t>
              </a:r>
            </a:p>
          </p:txBody>
        </p:sp>
        <p:sp>
          <p:nvSpPr>
            <p:cNvPr id="43" name="Oval 42"/>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44" name="Group 43"/>
          <p:cNvGrpSpPr/>
          <p:nvPr/>
        </p:nvGrpSpPr>
        <p:grpSpPr>
          <a:xfrm>
            <a:off x="4962309" y="1499026"/>
            <a:ext cx="576064" cy="457200"/>
            <a:chOff x="6660232" y="1479612"/>
            <a:chExt cx="576064" cy="457200"/>
          </a:xfrm>
        </p:grpSpPr>
        <p:sp>
          <p:nvSpPr>
            <p:cNvPr id="45" name="TextBox 44"/>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4</a:t>
              </a:r>
              <a:endParaRPr lang="en-AU" sz="1600" b="1" dirty="0">
                <a:solidFill>
                  <a:srgbClr val="58585A"/>
                </a:solidFill>
              </a:endParaRPr>
            </a:p>
          </p:txBody>
        </p:sp>
        <p:sp>
          <p:nvSpPr>
            <p:cNvPr id="46" name="Oval 45"/>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47" name="Group 46"/>
          <p:cNvGrpSpPr/>
          <p:nvPr/>
        </p:nvGrpSpPr>
        <p:grpSpPr>
          <a:xfrm>
            <a:off x="4139952" y="3306812"/>
            <a:ext cx="576064" cy="457200"/>
            <a:chOff x="6660232" y="1479612"/>
            <a:chExt cx="576064" cy="457200"/>
          </a:xfrm>
        </p:grpSpPr>
        <p:sp>
          <p:nvSpPr>
            <p:cNvPr id="48" name="TextBox 47"/>
            <p:cNvSpPr txBox="1"/>
            <p:nvPr/>
          </p:nvSpPr>
          <p:spPr>
            <a:xfrm>
              <a:off x="6660232" y="1556792"/>
              <a:ext cx="576064" cy="350865"/>
            </a:xfrm>
            <a:prstGeom prst="rect">
              <a:avLst/>
            </a:prstGeom>
            <a:noFill/>
          </p:spPr>
          <p:txBody>
            <a:bodyPr wrap="square" rtlCol="0">
              <a:spAutoFit/>
            </a:bodyPr>
            <a:lstStyle/>
            <a:p>
              <a:r>
                <a:rPr lang="en-AU" sz="1600" b="1" dirty="0">
                  <a:solidFill>
                    <a:srgbClr val="58585A"/>
                  </a:solidFill>
                </a:rPr>
                <a:t>5</a:t>
              </a:r>
            </a:p>
          </p:txBody>
        </p:sp>
        <p:sp>
          <p:nvSpPr>
            <p:cNvPr id="49" name="Oval 48"/>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50" name="Group 49"/>
          <p:cNvGrpSpPr/>
          <p:nvPr/>
        </p:nvGrpSpPr>
        <p:grpSpPr>
          <a:xfrm>
            <a:off x="4932281" y="3325246"/>
            <a:ext cx="576064" cy="457200"/>
            <a:chOff x="6660232" y="1479612"/>
            <a:chExt cx="576064" cy="457200"/>
          </a:xfrm>
        </p:grpSpPr>
        <p:sp>
          <p:nvSpPr>
            <p:cNvPr id="51" name="TextBox 50"/>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31</a:t>
              </a:r>
              <a:endParaRPr lang="en-AU" sz="1600" b="1" dirty="0">
                <a:solidFill>
                  <a:srgbClr val="58585A"/>
                </a:solidFill>
              </a:endParaRPr>
            </a:p>
          </p:txBody>
        </p:sp>
        <p:sp>
          <p:nvSpPr>
            <p:cNvPr id="52" name="Oval 51"/>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53" name="Group 52"/>
          <p:cNvGrpSpPr/>
          <p:nvPr/>
        </p:nvGrpSpPr>
        <p:grpSpPr>
          <a:xfrm>
            <a:off x="5431579" y="3702541"/>
            <a:ext cx="576064" cy="457200"/>
            <a:chOff x="6660232" y="1479612"/>
            <a:chExt cx="576064" cy="457200"/>
          </a:xfrm>
        </p:grpSpPr>
        <p:sp>
          <p:nvSpPr>
            <p:cNvPr id="54" name="TextBox 53"/>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19</a:t>
              </a:r>
              <a:endParaRPr lang="en-AU" sz="1600" b="1" dirty="0">
                <a:solidFill>
                  <a:srgbClr val="58585A"/>
                </a:solidFill>
              </a:endParaRPr>
            </a:p>
          </p:txBody>
        </p:sp>
        <p:sp>
          <p:nvSpPr>
            <p:cNvPr id="55" name="Oval 54"/>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56" name="Group 55"/>
          <p:cNvGrpSpPr/>
          <p:nvPr/>
        </p:nvGrpSpPr>
        <p:grpSpPr>
          <a:xfrm>
            <a:off x="5887595" y="3705266"/>
            <a:ext cx="576064" cy="457200"/>
            <a:chOff x="6660232" y="1479612"/>
            <a:chExt cx="576064" cy="457200"/>
          </a:xfrm>
        </p:grpSpPr>
        <p:sp>
          <p:nvSpPr>
            <p:cNvPr id="57" name="TextBox 56"/>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13</a:t>
              </a:r>
              <a:endParaRPr lang="en-AU" sz="1600" b="1" dirty="0">
                <a:solidFill>
                  <a:srgbClr val="58585A"/>
                </a:solidFill>
              </a:endParaRPr>
            </a:p>
          </p:txBody>
        </p:sp>
        <p:sp>
          <p:nvSpPr>
            <p:cNvPr id="58" name="Oval 57"/>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59" name="Group 58"/>
          <p:cNvGrpSpPr/>
          <p:nvPr/>
        </p:nvGrpSpPr>
        <p:grpSpPr>
          <a:xfrm>
            <a:off x="6533403" y="3803893"/>
            <a:ext cx="576064" cy="457200"/>
            <a:chOff x="6660232" y="1479612"/>
            <a:chExt cx="576064" cy="457200"/>
          </a:xfrm>
        </p:grpSpPr>
        <p:sp>
          <p:nvSpPr>
            <p:cNvPr id="60" name="TextBox 59"/>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12</a:t>
              </a:r>
              <a:endParaRPr lang="en-AU" sz="1600" b="1" dirty="0">
                <a:solidFill>
                  <a:srgbClr val="58585A"/>
                </a:solidFill>
              </a:endParaRPr>
            </a:p>
          </p:txBody>
        </p:sp>
        <p:sp>
          <p:nvSpPr>
            <p:cNvPr id="61" name="Oval 60"/>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62" name="Group 61"/>
          <p:cNvGrpSpPr/>
          <p:nvPr/>
        </p:nvGrpSpPr>
        <p:grpSpPr>
          <a:xfrm>
            <a:off x="4857391" y="4411960"/>
            <a:ext cx="576064" cy="457200"/>
            <a:chOff x="6660232" y="1479612"/>
            <a:chExt cx="576064" cy="457200"/>
          </a:xfrm>
        </p:grpSpPr>
        <p:sp>
          <p:nvSpPr>
            <p:cNvPr id="63" name="TextBox 62"/>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15</a:t>
              </a:r>
              <a:endParaRPr lang="en-AU" sz="1600" b="1" dirty="0">
                <a:solidFill>
                  <a:srgbClr val="58585A"/>
                </a:solidFill>
              </a:endParaRPr>
            </a:p>
          </p:txBody>
        </p:sp>
        <p:sp>
          <p:nvSpPr>
            <p:cNvPr id="64" name="Oval 63"/>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65" name="Group 64"/>
          <p:cNvGrpSpPr/>
          <p:nvPr/>
        </p:nvGrpSpPr>
        <p:grpSpPr>
          <a:xfrm>
            <a:off x="5536589" y="4424122"/>
            <a:ext cx="576064" cy="457200"/>
            <a:chOff x="6660232" y="1479612"/>
            <a:chExt cx="576064" cy="457200"/>
          </a:xfrm>
        </p:grpSpPr>
        <p:sp>
          <p:nvSpPr>
            <p:cNvPr id="66" name="TextBox 65"/>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22</a:t>
              </a:r>
              <a:endParaRPr lang="en-AU" sz="1600" b="1" dirty="0">
                <a:solidFill>
                  <a:srgbClr val="58585A"/>
                </a:solidFill>
              </a:endParaRPr>
            </a:p>
          </p:txBody>
        </p:sp>
        <p:sp>
          <p:nvSpPr>
            <p:cNvPr id="67" name="Oval 66"/>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68" name="Group 67"/>
          <p:cNvGrpSpPr/>
          <p:nvPr/>
        </p:nvGrpSpPr>
        <p:grpSpPr>
          <a:xfrm>
            <a:off x="6749637" y="4489140"/>
            <a:ext cx="576064" cy="457200"/>
            <a:chOff x="6660232" y="1479612"/>
            <a:chExt cx="576064" cy="457200"/>
          </a:xfrm>
        </p:grpSpPr>
        <p:sp>
          <p:nvSpPr>
            <p:cNvPr id="69" name="TextBox 68"/>
            <p:cNvSpPr txBox="1"/>
            <p:nvPr/>
          </p:nvSpPr>
          <p:spPr>
            <a:xfrm>
              <a:off x="6660232" y="1556792"/>
              <a:ext cx="576064" cy="350865"/>
            </a:xfrm>
            <a:prstGeom prst="rect">
              <a:avLst/>
            </a:prstGeom>
            <a:noFill/>
          </p:spPr>
          <p:txBody>
            <a:bodyPr wrap="square" rtlCol="0">
              <a:spAutoFit/>
            </a:bodyPr>
            <a:lstStyle/>
            <a:p>
              <a:r>
                <a:rPr lang="en-AU" sz="1600" b="1" dirty="0">
                  <a:solidFill>
                    <a:srgbClr val="58585A"/>
                  </a:solidFill>
                </a:rPr>
                <a:t>3</a:t>
              </a:r>
            </a:p>
          </p:txBody>
        </p:sp>
        <p:sp>
          <p:nvSpPr>
            <p:cNvPr id="70" name="Oval 69"/>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71" name="Group 70"/>
          <p:cNvGrpSpPr/>
          <p:nvPr/>
        </p:nvGrpSpPr>
        <p:grpSpPr>
          <a:xfrm>
            <a:off x="3763704" y="3973123"/>
            <a:ext cx="576064" cy="457200"/>
            <a:chOff x="6660232" y="1479612"/>
            <a:chExt cx="576064" cy="457200"/>
          </a:xfrm>
        </p:grpSpPr>
        <p:sp>
          <p:nvSpPr>
            <p:cNvPr id="72" name="TextBox 71"/>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16</a:t>
              </a:r>
              <a:endParaRPr lang="en-AU" sz="1600" b="1" dirty="0">
                <a:solidFill>
                  <a:srgbClr val="58585A"/>
                </a:solidFill>
              </a:endParaRPr>
            </a:p>
          </p:txBody>
        </p:sp>
        <p:sp>
          <p:nvSpPr>
            <p:cNvPr id="73" name="Oval 72"/>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grpSp>
        <p:nvGrpSpPr>
          <p:cNvPr id="74" name="Group 73"/>
          <p:cNvGrpSpPr/>
          <p:nvPr/>
        </p:nvGrpSpPr>
        <p:grpSpPr>
          <a:xfrm>
            <a:off x="3275856" y="2590358"/>
            <a:ext cx="576064" cy="457200"/>
            <a:chOff x="6660232" y="1479612"/>
            <a:chExt cx="576064" cy="457200"/>
          </a:xfrm>
        </p:grpSpPr>
        <p:sp>
          <p:nvSpPr>
            <p:cNvPr id="75" name="TextBox 74"/>
            <p:cNvSpPr txBox="1"/>
            <p:nvPr/>
          </p:nvSpPr>
          <p:spPr>
            <a:xfrm>
              <a:off x="6660232" y="1556792"/>
              <a:ext cx="576064" cy="350865"/>
            </a:xfrm>
            <a:prstGeom prst="rect">
              <a:avLst/>
            </a:prstGeom>
            <a:noFill/>
          </p:spPr>
          <p:txBody>
            <a:bodyPr wrap="square" rtlCol="0">
              <a:spAutoFit/>
            </a:bodyPr>
            <a:lstStyle/>
            <a:p>
              <a:r>
                <a:rPr lang="en-AU" sz="1600" b="1" dirty="0" smtClean="0">
                  <a:solidFill>
                    <a:srgbClr val="58585A"/>
                  </a:solidFill>
                </a:rPr>
                <a:t>21</a:t>
              </a:r>
              <a:endParaRPr lang="en-AU" sz="1600" b="1" dirty="0">
                <a:solidFill>
                  <a:srgbClr val="58585A"/>
                </a:solidFill>
              </a:endParaRPr>
            </a:p>
          </p:txBody>
        </p:sp>
        <p:sp>
          <p:nvSpPr>
            <p:cNvPr id="76" name="Oval 75"/>
            <p:cNvSpPr/>
            <p:nvPr/>
          </p:nvSpPr>
          <p:spPr>
            <a:xfrm>
              <a:off x="6751387" y="1479612"/>
              <a:ext cx="457200" cy="457200"/>
            </a:xfrm>
            <a:prstGeom prst="ellipse">
              <a:avLst/>
            </a:prstGeom>
            <a:ln w="12700">
              <a:solidFill>
                <a:srgbClr val="002060"/>
              </a:solidFill>
            </a:ln>
          </p:spPr>
          <p:txBody>
            <a:bodyPr vert="horz" wrap="none" lIns="0" tIns="0" rIns="0" bIns="0" numCol="1" rtlCol="0" anchor="ctr" anchorCtr="0" compatLnSpc="1">
              <a:prstTxWarp prst="textNoShape">
                <a:avLst/>
              </a:prstTxWarp>
            </a:bodyPr>
            <a:lstStyle/>
            <a:p>
              <a:endParaRPr lang="en-AU" sz="1600" b="1">
                <a:solidFill>
                  <a:srgbClr val="58585A"/>
                </a:solidFill>
              </a:endParaRPr>
            </a:p>
          </p:txBody>
        </p:sp>
      </p:grpSp>
      <p:sp>
        <p:nvSpPr>
          <p:cNvPr id="9" name="TextBox 8"/>
          <p:cNvSpPr txBox="1"/>
          <p:nvPr/>
        </p:nvSpPr>
        <p:spPr>
          <a:xfrm>
            <a:off x="2352746" y="6021288"/>
            <a:ext cx="6549995" cy="389109"/>
          </a:xfrm>
          <a:prstGeom prst="rect">
            <a:avLst/>
          </a:prstGeom>
          <a:noFill/>
        </p:spPr>
        <p:txBody>
          <a:bodyPr wrap="square" lIns="65306" tIns="32653" rIns="65306" bIns="32653" rtlCol="0">
            <a:spAutoFit/>
          </a:bodyPr>
          <a:lstStyle/>
          <a:p>
            <a:r>
              <a:rPr lang="en-AU" sz="1000" b="1" dirty="0">
                <a:solidFill>
                  <a:srgbClr val="58585A"/>
                </a:solidFill>
              </a:rPr>
              <a:t>Legend: Items in the </a:t>
            </a:r>
            <a:r>
              <a:rPr lang="en-AU" sz="1000" b="1" dirty="0" smtClean="0">
                <a:solidFill>
                  <a:srgbClr val="58585A"/>
                </a:solidFill>
              </a:rPr>
              <a:t>shaded green zone </a:t>
            </a:r>
            <a:r>
              <a:rPr lang="en-AU" sz="1000" b="1" dirty="0">
                <a:solidFill>
                  <a:srgbClr val="58585A"/>
                </a:solidFill>
              </a:rPr>
              <a:t>offer the greatest benefit </a:t>
            </a:r>
            <a:r>
              <a:rPr lang="en-AU" sz="1000" b="1" dirty="0" smtClean="0">
                <a:solidFill>
                  <a:srgbClr val="58585A"/>
                </a:solidFill>
              </a:rPr>
              <a:t>AND/OR are </a:t>
            </a:r>
            <a:r>
              <a:rPr lang="en-AU" sz="1000" b="1" dirty="0">
                <a:solidFill>
                  <a:srgbClr val="58585A"/>
                </a:solidFill>
              </a:rPr>
              <a:t>easiest to </a:t>
            </a:r>
            <a:r>
              <a:rPr lang="en-AU" sz="1000" b="1" dirty="0" smtClean="0">
                <a:solidFill>
                  <a:srgbClr val="58585A"/>
                </a:solidFill>
              </a:rPr>
              <a:t>implement.  However, all the findings are recommended to be implemented for COP v1.0</a:t>
            </a:r>
            <a:endParaRPr lang="en-AU" sz="1000" b="1" dirty="0">
              <a:solidFill>
                <a:srgbClr val="58585A"/>
              </a:solidFill>
            </a:endParaRPr>
          </a:p>
        </p:txBody>
      </p:sp>
      <p:sp>
        <p:nvSpPr>
          <p:cNvPr id="3" name="TextBox 2"/>
          <p:cNvSpPr txBox="1"/>
          <p:nvPr/>
        </p:nvSpPr>
        <p:spPr>
          <a:xfrm>
            <a:off x="7380312" y="966883"/>
            <a:ext cx="1234423" cy="453742"/>
          </a:xfrm>
          <a:prstGeom prst="rect">
            <a:avLst/>
          </a:prstGeom>
          <a:noFill/>
        </p:spPr>
        <p:txBody>
          <a:bodyPr wrap="square" lIns="65306" tIns="32653" rIns="65306" bIns="32653" rtlCol="0">
            <a:spAutoFit/>
          </a:bodyPr>
          <a:lstStyle/>
          <a:p>
            <a:r>
              <a:rPr lang="en-AU" sz="800" b="1" dirty="0">
                <a:solidFill>
                  <a:srgbClr val="58585A"/>
                </a:solidFill>
              </a:rPr>
              <a:t>COP - spatial view  contextualised to individual need</a:t>
            </a:r>
          </a:p>
        </p:txBody>
      </p:sp>
      <p:cxnSp>
        <p:nvCxnSpPr>
          <p:cNvPr id="11" name="Straight Arrow Connector 10"/>
          <p:cNvCxnSpPr>
            <a:stCxn id="3" idx="1"/>
            <a:endCxn id="14" idx="7"/>
          </p:cNvCxnSpPr>
          <p:nvPr/>
        </p:nvCxnSpPr>
        <p:spPr>
          <a:xfrm flipH="1">
            <a:off x="7141632" y="1193754"/>
            <a:ext cx="238680" cy="352813"/>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7709491" y="1506116"/>
            <a:ext cx="1234423" cy="583008"/>
          </a:xfrm>
          <a:prstGeom prst="rect">
            <a:avLst/>
          </a:prstGeom>
          <a:noFill/>
        </p:spPr>
        <p:txBody>
          <a:bodyPr wrap="square" lIns="65306" tIns="32653" rIns="65306" bIns="32653" rtlCol="0">
            <a:spAutoFit/>
          </a:bodyPr>
          <a:lstStyle/>
          <a:p>
            <a:r>
              <a:rPr lang="en-AU" sz="800" b="1" dirty="0" smtClean="0">
                <a:solidFill>
                  <a:srgbClr val="58585A"/>
                </a:solidFill>
              </a:rPr>
              <a:t>Agencies to </a:t>
            </a:r>
            <a:r>
              <a:rPr lang="en-AU" sz="800" b="1" dirty="0">
                <a:solidFill>
                  <a:srgbClr val="58585A"/>
                </a:solidFill>
              </a:rPr>
              <a:t>publish warnings in agreed standards (</a:t>
            </a:r>
            <a:r>
              <a:rPr lang="en-AU" sz="800" b="1" dirty="0" err="1">
                <a:solidFill>
                  <a:srgbClr val="58585A"/>
                </a:solidFill>
              </a:rPr>
              <a:t>eg</a:t>
            </a:r>
            <a:r>
              <a:rPr lang="en-AU" sz="800" b="1" dirty="0">
                <a:solidFill>
                  <a:srgbClr val="58585A"/>
                </a:solidFill>
              </a:rPr>
              <a:t> CAP1.2 / </a:t>
            </a:r>
            <a:r>
              <a:rPr lang="en-AU" sz="800" b="1" dirty="0" err="1">
                <a:solidFill>
                  <a:srgbClr val="58585A"/>
                </a:solidFill>
              </a:rPr>
              <a:t>GeoRSS</a:t>
            </a:r>
            <a:r>
              <a:rPr lang="en-AU" sz="800" b="1" dirty="0">
                <a:solidFill>
                  <a:srgbClr val="58585A"/>
                </a:solidFill>
              </a:rPr>
              <a:t>)</a:t>
            </a:r>
          </a:p>
        </p:txBody>
      </p:sp>
      <p:cxnSp>
        <p:nvCxnSpPr>
          <p:cNvPr id="31" name="Straight Arrow Connector 30"/>
          <p:cNvCxnSpPr>
            <a:stCxn id="77" idx="1"/>
            <a:endCxn id="18" idx="6"/>
          </p:cNvCxnSpPr>
          <p:nvPr/>
        </p:nvCxnSpPr>
        <p:spPr>
          <a:xfrm flipH="1">
            <a:off x="7180878" y="1797620"/>
            <a:ext cx="528613" cy="367792"/>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7642066" y="2100760"/>
            <a:ext cx="1234423" cy="583008"/>
          </a:xfrm>
          <a:prstGeom prst="rect">
            <a:avLst/>
          </a:prstGeom>
          <a:noFill/>
        </p:spPr>
        <p:txBody>
          <a:bodyPr wrap="square" lIns="65306" tIns="32653" rIns="65306" bIns="32653" rtlCol="0">
            <a:spAutoFit/>
          </a:bodyPr>
          <a:lstStyle/>
          <a:p>
            <a:r>
              <a:rPr lang="en-AU" sz="800" b="1" dirty="0">
                <a:solidFill>
                  <a:srgbClr val="58585A"/>
                </a:solidFill>
              </a:rPr>
              <a:t>COP Information delivered to wide range of devices, anywhere anytime</a:t>
            </a:r>
          </a:p>
        </p:txBody>
      </p:sp>
      <p:cxnSp>
        <p:nvCxnSpPr>
          <p:cNvPr id="80" name="Straight Arrow Connector 79"/>
          <p:cNvCxnSpPr>
            <a:stCxn id="78" idx="1"/>
            <a:endCxn id="20" idx="3"/>
          </p:cNvCxnSpPr>
          <p:nvPr/>
        </p:nvCxnSpPr>
        <p:spPr>
          <a:xfrm flipH="1">
            <a:off x="7380312" y="2392264"/>
            <a:ext cx="261754" cy="177181"/>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7642066" y="3060576"/>
            <a:ext cx="1234423" cy="324476"/>
          </a:xfrm>
          <a:prstGeom prst="rect">
            <a:avLst/>
          </a:prstGeom>
          <a:noFill/>
        </p:spPr>
        <p:txBody>
          <a:bodyPr wrap="square" lIns="65306" tIns="32653" rIns="65306" bIns="32653" rtlCol="0">
            <a:spAutoFit/>
          </a:bodyPr>
          <a:lstStyle/>
          <a:p>
            <a:r>
              <a:rPr lang="en-AU" sz="800" b="1" dirty="0">
                <a:solidFill>
                  <a:srgbClr val="58585A"/>
                </a:solidFill>
              </a:rPr>
              <a:t>COP – Highly  Internet enabled</a:t>
            </a:r>
          </a:p>
        </p:txBody>
      </p:sp>
      <p:cxnSp>
        <p:nvCxnSpPr>
          <p:cNvPr id="83" name="Straight Arrow Connector 82"/>
          <p:cNvCxnSpPr>
            <a:stCxn id="81" idx="1"/>
            <a:endCxn id="24" idx="5"/>
          </p:cNvCxnSpPr>
          <p:nvPr/>
        </p:nvCxnSpPr>
        <p:spPr>
          <a:xfrm flipH="1">
            <a:off x="7076583" y="3222814"/>
            <a:ext cx="565483" cy="12192"/>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5768668" y="908720"/>
            <a:ext cx="1234423" cy="453742"/>
          </a:xfrm>
          <a:prstGeom prst="rect">
            <a:avLst/>
          </a:prstGeom>
          <a:noFill/>
        </p:spPr>
        <p:txBody>
          <a:bodyPr wrap="square" lIns="65306" tIns="32653" rIns="65306" bIns="32653" rtlCol="0">
            <a:spAutoFit/>
          </a:bodyPr>
          <a:lstStyle/>
          <a:p>
            <a:r>
              <a:rPr lang="en-AU" sz="800" b="1" dirty="0">
                <a:solidFill>
                  <a:srgbClr val="58585A"/>
                </a:solidFill>
              </a:rPr>
              <a:t>COP – Ingest &amp; distribute red flag &amp; other warnings</a:t>
            </a:r>
          </a:p>
        </p:txBody>
      </p:sp>
      <p:cxnSp>
        <p:nvCxnSpPr>
          <p:cNvPr id="86" name="Straight Arrow Connector 85"/>
          <p:cNvCxnSpPr>
            <a:stCxn id="84" idx="2"/>
          </p:cNvCxnSpPr>
          <p:nvPr/>
        </p:nvCxnSpPr>
        <p:spPr>
          <a:xfrm flipH="1">
            <a:off x="6338874" y="1362462"/>
            <a:ext cx="47006" cy="251649"/>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3714123" y="926794"/>
            <a:ext cx="1234423" cy="453742"/>
          </a:xfrm>
          <a:prstGeom prst="rect">
            <a:avLst/>
          </a:prstGeom>
          <a:noFill/>
        </p:spPr>
        <p:txBody>
          <a:bodyPr wrap="square" lIns="65306" tIns="32653" rIns="65306" bIns="32653" rtlCol="0">
            <a:spAutoFit/>
          </a:bodyPr>
          <a:lstStyle/>
          <a:p>
            <a:r>
              <a:rPr lang="en-AU" sz="800" b="1" dirty="0" smtClean="0">
                <a:solidFill>
                  <a:srgbClr val="58585A"/>
                </a:solidFill>
              </a:rPr>
              <a:t>Portal access for Agency &amp; Community viewing  </a:t>
            </a:r>
            <a:r>
              <a:rPr lang="en-AU" sz="800" b="1" dirty="0">
                <a:solidFill>
                  <a:srgbClr val="58585A"/>
                </a:solidFill>
              </a:rPr>
              <a:t>of COP</a:t>
            </a:r>
          </a:p>
        </p:txBody>
      </p:sp>
      <p:cxnSp>
        <p:nvCxnSpPr>
          <p:cNvPr id="89" name="Straight Arrow Connector 88"/>
          <p:cNvCxnSpPr>
            <a:stCxn id="87" idx="2"/>
            <a:endCxn id="46" idx="1"/>
          </p:cNvCxnSpPr>
          <p:nvPr/>
        </p:nvCxnSpPr>
        <p:spPr>
          <a:xfrm>
            <a:off x="4331335" y="1380536"/>
            <a:ext cx="789084" cy="185445"/>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4941205" y="877884"/>
            <a:ext cx="1024341" cy="453742"/>
          </a:xfrm>
          <a:prstGeom prst="rect">
            <a:avLst/>
          </a:prstGeom>
          <a:noFill/>
        </p:spPr>
        <p:txBody>
          <a:bodyPr wrap="square" lIns="65306" tIns="32653" rIns="65306" bIns="32653" rtlCol="0">
            <a:spAutoFit/>
          </a:bodyPr>
          <a:lstStyle/>
          <a:p>
            <a:r>
              <a:rPr lang="en-AU" sz="800" b="1" dirty="0">
                <a:solidFill>
                  <a:srgbClr val="58585A"/>
                </a:solidFill>
              </a:rPr>
              <a:t>Agencies publish incident data in common standard</a:t>
            </a:r>
          </a:p>
        </p:txBody>
      </p:sp>
      <p:cxnSp>
        <p:nvCxnSpPr>
          <p:cNvPr id="94" name="Straight Arrow Connector 93"/>
          <p:cNvCxnSpPr>
            <a:stCxn id="90" idx="2"/>
            <a:endCxn id="30" idx="0"/>
          </p:cNvCxnSpPr>
          <p:nvPr/>
        </p:nvCxnSpPr>
        <p:spPr>
          <a:xfrm>
            <a:off x="5453376" y="1331626"/>
            <a:ext cx="283569" cy="494145"/>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2461767" y="908720"/>
            <a:ext cx="1234423" cy="453742"/>
          </a:xfrm>
          <a:prstGeom prst="rect">
            <a:avLst/>
          </a:prstGeom>
          <a:noFill/>
        </p:spPr>
        <p:txBody>
          <a:bodyPr wrap="square" lIns="65306" tIns="32653" rIns="65306" bIns="32653" rtlCol="0">
            <a:spAutoFit/>
          </a:bodyPr>
          <a:lstStyle/>
          <a:p>
            <a:r>
              <a:rPr lang="en-AU" sz="800" b="1" dirty="0">
                <a:solidFill>
                  <a:srgbClr val="58585A"/>
                </a:solidFill>
              </a:rPr>
              <a:t>COP – Links to common plans relevant to hazard</a:t>
            </a:r>
          </a:p>
        </p:txBody>
      </p:sp>
      <p:cxnSp>
        <p:nvCxnSpPr>
          <p:cNvPr id="97" name="Straight Arrow Connector 96"/>
          <p:cNvCxnSpPr>
            <a:stCxn id="95" idx="2"/>
            <a:endCxn id="43" idx="1"/>
          </p:cNvCxnSpPr>
          <p:nvPr/>
        </p:nvCxnSpPr>
        <p:spPr>
          <a:xfrm>
            <a:off x="3078979" y="1362462"/>
            <a:ext cx="1731748" cy="451134"/>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2690367" y="1906188"/>
            <a:ext cx="1161553" cy="324476"/>
          </a:xfrm>
          <a:prstGeom prst="rect">
            <a:avLst/>
          </a:prstGeom>
          <a:noFill/>
        </p:spPr>
        <p:txBody>
          <a:bodyPr wrap="square" lIns="65306" tIns="32653" rIns="65306" bIns="32653" rtlCol="0">
            <a:spAutoFit/>
          </a:bodyPr>
          <a:lstStyle/>
          <a:p>
            <a:r>
              <a:rPr lang="en-AU" sz="800" b="1" dirty="0">
                <a:solidFill>
                  <a:srgbClr val="58585A"/>
                </a:solidFill>
              </a:rPr>
              <a:t>COP – include links to other services </a:t>
            </a:r>
          </a:p>
        </p:txBody>
      </p:sp>
      <p:cxnSp>
        <p:nvCxnSpPr>
          <p:cNvPr id="100" name="Straight Arrow Connector 99"/>
          <p:cNvCxnSpPr>
            <a:stCxn id="98" idx="3"/>
            <a:endCxn id="40" idx="2"/>
          </p:cNvCxnSpPr>
          <p:nvPr/>
        </p:nvCxnSpPr>
        <p:spPr>
          <a:xfrm>
            <a:off x="3851920" y="2068426"/>
            <a:ext cx="525404" cy="28477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7642066" y="4264263"/>
            <a:ext cx="1234423" cy="453742"/>
          </a:xfrm>
          <a:prstGeom prst="rect">
            <a:avLst/>
          </a:prstGeom>
          <a:noFill/>
        </p:spPr>
        <p:txBody>
          <a:bodyPr wrap="square" lIns="65306" tIns="32653" rIns="65306" bIns="32653" rtlCol="0">
            <a:spAutoFit/>
          </a:bodyPr>
          <a:lstStyle/>
          <a:p>
            <a:r>
              <a:rPr lang="en-AU" sz="800" b="1" dirty="0">
                <a:solidFill>
                  <a:srgbClr val="58585A"/>
                </a:solidFill>
              </a:rPr>
              <a:t>Agencies to publish potential incident data in agreed standards</a:t>
            </a:r>
          </a:p>
        </p:txBody>
      </p:sp>
      <p:cxnSp>
        <p:nvCxnSpPr>
          <p:cNvPr id="104" name="Straight Arrow Connector 103"/>
          <p:cNvCxnSpPr>
            <a:stCxn id="102" idx="1"/>
            <a:endCxn id="61" idx="6"/>
          </p:cNvCxnSpPr>
          <p:nvPr/>
        </p:nvCxnSpPr>
        <p:spPr>
          <a:xfrm flipH="1" flipV="1">
            <a:off x="7081758" y="4032493"/>
            <a:ext cx="560308" cy="458641"/>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a:off x="7642066" y="4775859"/>
            <a:ext cx="1234423" cy="453742"/>
          </a:xfrm>
          <a:prstGeom prst="rect">
            <a:avLst/>
          </a:prstGeom>
          <a:noFill/>
        </p:spPr>
        <p:txBody>
          <a:bodyPr wrap="square" lIns="65306" tIns="32653" rIns="65306" bIns="32653" rtlCol="0">
            <a:spAutoFit/>
          </a:bodyPr>
          <a:lstStyle/>
          <a:p>
            <a:r>
              <a:rPr lang="en-AU" sz="800" b="1" dirty="0">
                <a:solidFill>
                  <a:srgbClr val="58585A"/>
                </a:solidFill>
              </a:rPr>
              <a:t>Agencies to share incident info on resources &amp; location </a:t>
            </a:r>
          </a:p>
        </p:txBody>
      </p:sp>
      <p:cxnSp>
        <p:nvCxnSpPr>
          <p:cNvPr id="107" name="Straight Arrow Connector 106"/>
          <p:cNvCxnSpPr>
            <a:stCxn id="105" idx="1"/>
            <a:endCxn id="70" idx="6"/>
          </p:cNvCxnSpPr>
          <p:nvPr/>
        </p:nvCxnSpPr>
        <p:spPr>
          <a:xfrm flipH="1" flipV="1">
            <a:off x="7297992" y="4717740"/>
            <a:ext cx="344074" cy="28499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1979712" y="2678006"/>
            <a:ext cx="1124352" cy="453742"/>
          </a:xfrm>
          <a:prstGeom prst="rect">
            <a:avLst/>
          </a:prstGeom>
          <a:noFill/>
        </p:spPr>
        <p:txBody>
          <a:bodyPr wrap="square" lIns="65306" tIns="32653" rIns="65306" bIns="32653" rtlCol="0">
            <a:spAutoFit/>
          </a:bodyPr>
          <a:lstStyle/>
          <a:p>
            <a:r>
              <a:rPr lang="en-AU" sz="800" b="1" dirty="0">
                <a:solidFill>
                  <a:srgbClr val="58585A"/>
                </a:solidFill>
              </a:rPr>
              <a:t>Share schedule of daily meetings/briefings</a:t>
            </a:r>
          </a:p>
        </p:txBody>
      </p:sp>
      <p:cxnSp>
        <p:nvCxnSpPr>
          <p:cNvPr id="110" name="Straight Arrow Connector 109"/>
          <p:cNvCxnSpPr>
            <a:stCxn id="108" idx="3"/>
            <a:endCxn id="76" idx="2"/>
          </p:cNvCxnSpPr>
          <p:nvPr/>
        </p:nvCxnSpPr>
        <p:spPr>
          <a:xfrm flipV="1">
            <a:off x="3104064" y="2818958"/>
            <a:ext cx="262947" cy="85919"/>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2" name="TextBox 111"/>
          <p:cNvSpPr txBox="1"/>
          <p:nvPr/>
        </p:nvSpPr>
        <p:spPr>
          <a:xfrm>
            <a:off x="3087655" y="3383991"/>
            <a:ext cx="971608" cy="583008"/>
          </a:xfrm>
          <a:prstGeom prst="rect">
            <a:avLst/>
          </a:prstGeom>
          <a:noFill/>
        </p:spPr>
        <p:txBody>
          <a:bodyPr wrap="square" lIns="65306" tIns="32653" rIns="65306" bIns="32653" rtlCol="0">
            <a:spAutoFit/>
          </a:bodyPr>
          <a:lstStyle/>
          <a:p>
            <a:r>
              <a:rPr lang="en-AU" sz="800" b="1" dirty="0">
                <a:solidFill>
                  <a:srgbClr val="58585A"/>
                </a:solidFill>
              </a:rPr>
              <a:t>Capture significance of each incident &amp; display this</a:t>
            </a:r>
          </a:p>
        </p:txBody>
      </p:sp>
      <p:cxnSp>
        <p:nvCxnSpPr>
          <p:cNvPr id="114" name="Straight Arrow Connector 113"/>
          <p:cNvCxnSpPr>
            <a:stCxn id="112" idx="3"/>
            <a:endCxn id="49" idx="2"/>
          </p:cNvCxnSpPr>
          <p:nvPr/>
        </p:nvCxnSpPr>
        <p:spPr>
          <a:xfrm flipV="1">
            <a:off x="4059263" y="3535412"/>
            <a:ext cx="171844" cy="140083"/>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2598011" y="3966668"/>
            <a:ext cx="1044478" cy="712275"/>
          </a:xfrm>
          <a:prstGeom prst="rect">
            <a:avLst/>
          </a:prstGeom>
          <a:noFill/>
        </p:spPr>
        <p:txBody>
          <a:bodyPr wrap="square" lIns="65306" tIns="32653" rIns="65306" bIns="32653" rtlCol="0">
            <a:spAutoFit/>
          </a:bodyPr>
          <a:lstStyle/>
          <a:p>
            <a:r>
              <a:rPr lang="en-AU" sz="800" b="1" dirty="0">
                <a:solidFill>
                  <a:srgbClr val="58585A"/>
                </a:solidFill>
              </a:rPr>
              <a:t>COP display should meet approved accessibility standards</a:t>
            </a:r>
          </a:p>
        </p:txBody>
      </p:sp>
      <p:cxnSp>
        <p:nvCxnSpPr>
          <p:cNvPr id="118" name="Straight Arrow Connector 117"/>
          <p:cNvCxnSpPr>
            <a:stCxn id="116" idx="3"/>
            <a:endCxn id="73" idx="2"/>
          </p:cNvCxnSpPr>
          <p:nvPr/>
        </p:nvCxnSpPr>
        <p:spPr>
          <a:xfrm flipV="1">
            <a:off x="3642489" y="4201723"/>
            <a:ext cx="212370" cy="121083"/>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3633294" y="4668057"/>
            <a:ext cx="1234423" cy="583008"/>
          </a:xfrm>
          <a:prstGeom prst="rect">
            <a:avLst/>
          </a:prstGeom>
          <a:noFill/>
        </p:spPr>
        <p:txBody>
          <a:bodyPr wrap="square" lIns="65306" tIns="32653" rIns="65306" bIns="32653" rtlCol="0">
            <a:spAutoFit/>
          </a:bodyPr>
          <a:lstStyle/>
          <a:p>
            <a:r>
              <a:rPr lang="en-AU" sz="800" b="1" dirty="0">
                <a:solidFill>
                  <a:srgbClr val="58585A"/>
                </a:solidFill>
              </a:rPr>
              <a:t>Warnings from Agencies (</a:t>
            </a:r>
            <a:r>
              <a:rPr lang="en-AU" sz="800" b="1" dirty="0" err="1">
                <a:solidFill>
                  <a:srgbClr val="58585A"/>
                </a:solidFill>
              </a:rPr>
              <a:t>eg</a:t>
            </a:r>
            <a:r>
              <a:rPr lang="en-AU" sz="800" b="1" dirty="0">
                <a:solidFill>
                  <a:srgbClr val="58585A"/>
                </a:solidFill>
              </a:rPr>
              <a:t> BOM) to publish warnings  in agreed standards</a:t>
            </a:r>
          </a:p>
        </p:txBody>
      </p:sp>
      <p:cxnSp>
        <p:nvCxnSpPr>
          <p:cNvPr id="122" name="Straight Arrow Connector 121"/>
          <p:cNvCxnSpPr/>
          <p:nvPr/>
        </p:nvCxnSpPr>
        <p:spPr>
          <a:xfrm flipV="1">
            <a:off x="4879179" y="4794952"/>
            <a:ext cx="91155" cy="112121"/>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4427984" y="3861048"/>
            <a:ext cx="1049501" cy="583008"/>
          </a:xfrm>
          <a:prstGeom prst="rect">
            <a:avLst/>
          </a:prstGeom>
          <a:noFill/>
        </p:spPr>
        <p:txBody>
          <a:bodyPr wrap="square" lIns="65306" tIns="32653" rIns="65306" bIns="32653" rtlCol="0">
            <a:spAutoFit/>
          </a:bodyPr>
          <a:lstStyle/>
          <a:p>
            <a:r>
              <a:rPr lang="en-AU" sz="800" b="1" dirty="0">
                <a:solidFill>
                  <a:srgbClr val="58585A"/>
                </a:solidFill>
              </a:rPr>
              <a:t>COP views selectable as pre-configured options</a:t>
            </a:r>
          </a:p>
        </p:txBody>
      </p:sp>
      <p:cxnSp>
        <p:nvCxnSpPr>
          <p:cNvPr id="125" name="Straight Arrow Connector 124"/>
          <p:cNvCxnSpPr>
            <a:endCxn id="55" idx="3"/>
          </p:cNvCxnSpPr>
          <p:nvPr/>
        </p:nvCxnSpPr>
        <p:spPr>
          <a:xfrm flipV="1">
            <a:off x="5364088" y="4092785"/>
            <a:ext cx="225601" cy="27689"/>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27" name="TextBox 126"/>
          <p:cNvSpPr txBox="1"/>
          <p:nvPr/>
        </p:nvSpPr>
        <p:spPr>
          <a:xfrm>
            <a:off x="5935092" y="4802618"/>
            <a:ext cx="898135" cy="453742"/>
          </a:xfrm>
          <a:prstGeom prst="rect">
            <a:avLst/>
          </a:prstGeom>
          <a:noFill/>
        </p:spPr>
        <p:txBody>
          <a:bodyPr wrap="square" lIns="65306" tIns="32653" rIns="65306" bIns="32653" rtlCol="0">
            <a:spAutoFit/>
          </a:bodyPr>
          <a:lstStyle/>
          <a:p>
            <a:r>
              <a:rPr lang="en-AU" sz="800" b="1" dirty="0">
                <a:solidFill>
                  <a:srgbClr val="58585A"/>
                </a:solidFill>
              </a:rPr>
              <a:t>Allow users to setup filters &amp; triggers</a:t>
            </a:r>
          </a:p>
        </p:txBody>
      </p:sp>
      <p:cxnSp>
        <p:nvCxnSpPr>
          <p:cNvPr id="1024" name="Straight Arrow Connector 1023"/>
          <p:cNvCxnSpPr>
            <a:stCxn id="127" idx="1"/>
            <a:endCxn id="67" idx="4"/>
          </p:cNvCxnSpPr>
          <p:nvPr/>
        </p:nvCxnSpPr>
        <p:spPr>
          <a:xfrm flipH="1" flipV="1">
            <a:off x="5856344" y="4881322"/>
            <a:ext cx="78748" cy="148167"/>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30" name="TextBox 129"/>
          <p:cNvSpPr txBox="1"/>
          <p:nvPr/>
        </p:nvSpPr>
        <p:spPr>
          <a:xfrm>
            <a:off x="6038349" y="4263123"/>
            <a:ext cx="1007756" cy="324476"/>
          </a:xfrm>
          <a:prstGeom prst="rect">
            <a:avLst/>
          </a:prstGeom>
          <a:noFill/>
        </p:spPr>
        <p:txBody>
          <a:bodyPr wrap="square" lIns="65306" tIns="32653" rIns="65306" bIns="32653" rtlCol="0">
            <a:spAutoFit/>
          </a:bodyPr>
          <a:lstStyle/>
          <a:p>
            <a:r>
              <a:rPr lang="en-AU" sz="800" b="1" dirty="0">
                <a:solidFill>
                  <a:srgbClr val="58585A"/>
                </a:solidFill>
              </a:rPr>
              <a:t>Tailor display to suit requirement</a:t>
            </a:r>
          </a:p>
        </p:txBody>
      </p:sp>
      <p:cxnSp>
        <p:nvCxnSpPr>
          <p:cNvPr id="1027" name="Straight Arrow Connector 1026"/>
          <p:cNvCxnSpPr>
            <a:stCxn id="130" idx="0"/>
            <a:endCxn id="58" idx="5"/>
          </p:cNvCxnSpPr>
          <p:nvPr/>
        </p:nvCxnSpPr>
        <p:spPr>
          <a:xfrm flipH="1" flipV="1">
            <a:off x="6368995" y="4095511"/>
            <a:ext cx="173232" cy="167612"/>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5849029" y="2185163"/>
            <a:ext cx="1059549" cy="453742"/>
          </a:xfrm>
          <a:prstGeom prst="rect">
            <a:avLst/>
          </a:prstGeom>
          <a:noFill/>
        </p:spPr>
        <p:txBody>
          <a:bodyPr wrap="square" lIns="65306" tIns="32653" rIns="65306" bIns="32653" rtlCol="0">
            <a:spAutoFit/>
          </a:bodyPr>
          <a:lstStyle/>
          <a:p>
            <a:r>
              <a:rPr lang="en-AU" sz="800" b="1" dirty="0">
                <a:solidFill>
                  <a:srgbClr val="58585A"/>
                </a:solidFill>
              </a:rPr>
              <a:t>Publish data in standard form for Social Media</a:t>
            </a:r>
          </a:p>
        </p:txBody>
      </p:sp>
      <p:cxnSp>
        <p:nvCxnSpPr>
          <p:cNvPr id="1032" name="Straight Arrow Connector 1031"/>
          <p:cNvCxnSpPr>
            <a:endCxn id="34" idx="7"/>
          </p:cNvCxnSpPr>
          <p:nvPr/>
        </p:nvCxnSpPr>
        <p:spPr>
          <a:xfrm flipH="1">
            <a:off x="6158913" y="2581796"/>
            <a:ext cx="148239" cy="101321"/>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39" name="TextBox 138"/>
          <p:cNvSpPr txBox="1"/>
          <p:nvPr/>
        </p:nvSpPr>
        <p:spPr>
          <a:xfrm>
            <a:off x="3851920" y="2644717"/>
            <a:ext cx="918427" cy="712275"/>
          </a:xfrm>
          <a:prstGeom prst="rect">
            <a:avLst/>
          </a:prstGeom>
          <a:noFill/>
        </p:spPr>
        <p:txBody>
          <a:bodyPr wrap="square" lIns="65306" tIns="32653" rIns="65306" bIns="32653" rtlCol="0">
            <a:spAutoFit/>
          </a:bodyPr>
          <a:lstStyle/>
          <a:p>
            <a:r>
              <a:rPr lang="en-AU" sz="800" b="1" dirty="0">
                <a:solidFill>
                  <a:srgbClr val="58585A"/>
                </a:solidFill>
              </a:rPr>
              <a:t>Emergency response </a:t>
            </a:r>
            <a:r>
              <a:rPr lang="en-AU" sz="800" b="1" dirty="0" smtClean="0">
                <a:solidFill>
                  <a:srgbClr val="58585A"/>
                </a:solidFill>
              </a:rPr>
              <a:t>facilities &amp; infrastructure </a:t>
            </a:r>
            <a:r>
              <a:rPr lang="en-AU" sz="800" b="1" dirty="0">
                <a:solidFill>
                  <a:srgbClr val="58585A"/>
                </a:solidFill>
              </a:rPr>
              <a:t>included in COP</a:t>
            </a:r>
          </a:p>
        </p:txBody>
      </p:sp>
      <p:cxnSp>
        <p:nvCxnSpPr>
          <p:cNvPr id="1034" name="Straight Arrow Connector 1033"/>
          <p:cNvCxnSpPr/>
          <p:nvPr/>
        </p:nvCxnSpPr>
        <p:spPr>
          <a:xfrm flipV="1">
            <a:off x="4605924" y="2861917"/>
            <a:ext cx="342622" cy="66499"/>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5355996" y="3060576"/>
            <a:ext cx="1234423" cy="453742"/>
          </a:xfrm>
          <a:prstGeom prst="rect">
            <a:avLst/>
          </a:prstGeom>
          <a:noFill/>
        </p:spPr>
        <p:txBody>
          <a:bodyPr wrap="square" lIns="65306" tIns="32653" rIns="65306" bIns="32653" rtlCol="0">
            <a:spAutoFit/>
          </a:bodyPr>
          <a:lstStyle/>
          <a:p>
            <a:r>
              <a:rPr lang="en-AU" sz="800" b="1" dirty="0">
                <a:solidFill>
                  <a:srgbClr val="58585A"/>
                </a:solidFill>
              </a:rPr>
              <a:t>Assets at risk  info </a:t>
            </a:r>
            <a:r>
              <a:rPr lang="en-AU" sz="800" b="1" dirty="0" smtClean="0">
                <a:solidFill>
                  <a:srgbClr val="58585A"/>
                </a:solidFill>
              </a:rPr>
              <a:t>to </a:t>
            </a:r>
            <a:r>
              <a:rPr lang="en-AU" sz="800" b="1" dirty="0">
                <a:solidFill>
                  <a:srgbClr val="58585A"/>
                </a:solidFill>
              </a:rPr>
              <a:t>be available in </a:t>
            </a:r>
            <a:r>
              <a:rPr lang="en-AU" sz="800" b="1" dirty="0" smtClean="0">
                <a:solidFill>
                  <a:srgbClr val="58585A"/>
                </a:solidFill>
              </a:rPr>
              <a:t>advance</a:t>
            </a:r>
            <a:endParaRPr lang="en-AU" sz="800" b="1" dirty="0">
              <a:solidFill>
                <a:srgbClr val="58585A"/>
              </a:solidFill>
            </a:endParaRPr>
          </a:p>
        </p:txBody>
      </p:sp>
      <p:cxnSp>
        <p:nvCxnSpPr>
          <p:cNvPr id="96" name="Straight Arrow Connector 95"/>
          <p:cNvCxnSpPr/>
          <p:nvPr/>
        </p:nvCxnSpPr>
        <p:spPr bwMode="auto">
          <a:xfrm flipH="1">
            <a:off x="5281290" y="3235006"/>
            <a:ext cx="257083" cy="131848"/>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3761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7079"/>
            <a:ext cx="7128792" cy="543609"/>
          </a:xfrm>
        </p:spPr>
        <p:txBody>
          <a:bodyPr/>
          <a:lstStyle/>
          <a:p>
            <a:r>
              <a:rPr lang="en-AU" dirty="0" smtClean="0"/>
              <a:t>Findings listed in order of Benefit/Ease of Implementation</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340768"/>
            <a:ext cx="8645399" cy="3629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5952350"/>
      </p:ext>
    </p:extLst>
  </p:cSld>
  <p:clrMapOvr>
    <a:masterClrMapping/>
  </p:clrMapOvr>
  <p:transition spd="slow">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7079"/>
            <a:ext cx="8604448" cy="471601"/>
          </a:xfrm>
        </p:spPr>
        <p:txBody>
          <a:bodyPr/>
          <a:lstStyle/>
          <a:p>
            <a:r>
              <a:rPr lang="en-AU" dirty="0" smtClean="0"/>
              <a:t>Findings listed in order of Benefit/Ease of Implementation – Cont’d</a:t>
            </a:r>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84784"/>
            <a:ext cx="8820472" cy="3907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8382215"/>
      </p:ext>
    </p:extLst>
  </p:cSld>
  <p:clrMapOvr>
    <a:masterClrMapping/>
  </p:clrMapOvr>
  <p:transition spd="slow">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175" y="0"/>
            <a:ext cx="7799388" cy="620688"/>
          </a:xfrm>
        </p:spPr>
        <p:txBody>
          <a:bodyPr/>
          <a:lstStyle/>
          <a:p>
            <a:r>
              <a:rPr lang="en-AU" dirty="0" smtClean="0"/>
              <a:t>Summary</a:t>
            </a:r>
            <a:endParaRPr lang="en-AU" dirty="0"/>
          </a:p>
        </p:txBody>
      </p:sp>
      <p:sp>
        <p:nvSpPr>
          <p:cNvPr id="3" name="Content Placeholder 2"/>
          <p:cNvSpPr>
            <a:spLocks noGrp="1"/>
          </p:cNvSpPr>
          <p:nvPr>
            <p:ph idx="1"/>
          </p:nvPr>
        </p:nvSpPr>
        <p:spPr>
          <a:xfrm>
            <a:off x="827584" y="908720"/>
            <a:ext cx="7834313" cy="5112568"/>
          </a:xfrm>
        </p:spPr>
        <p:txBody>
          <a:bodyPr/>
          <a:lstStyle/>
          <a:p>
            <a:r>
              <a:rPr lang="en-AU" sz="2000" dirty="0" smtClean="0"/>
              <a:t>The COP Phase 1a project has gathered information from over 240 interviews/surveys of all relevant stakeholders to identify their information requirements in an emergency, for pre-planning and recovery</a:t>
            </a:r>
          </a:p>
          <a:p>
            <a:r>
              <a:rPr lang="en-AU" sz="2000" dirty="0" smtClean="0"/>
              <a:t>COP initially is regarded as a viewing platform, accessing the key information datasets.</a:t>
            </a:r>
          </a:p>
          <a:p>
            <a:r>
              <a:rPr lang="en-AU" sz="2000" dirty="0" smtClean="0"/>
              <a:t>The information from our findings and dataset evaluations will inform the next phase of the COP project, which is the specification and design of a viewing platform</a:t>
            </a:r>
          </a:p>
          <a:p>
            <a:r>
              <a:rPr lang="en-AU" sz="2000" dirty="0" smtClean="0"/>
              <a:t>We have sought and acted on feedback </a:t>
            </a:r>
            <a:r>
              <a:rPr lang="en-AU" sz="2000" dirty="0" smtClean="0"/>
              <a:t>from </a:t>
            </a:r>
            <a:r>
              <a:rPr lang="en-AU" sz="2000" dirty="0" smtClean="0"/>
              <a:t>Chief Officers</a:t>
            </a:r>
          </a:p>
          <a:p>
            <a:r>
              <a:rPr lang="en-AU" sz="2000" dirty="0" smtClean="0"/>
              <a:t>We have published </a:t>
            </a:r>
            <a:r>
              <a:rPr lang="en-AU" sz="2000" dirty="0"/>
              <a:t>a </a:t>
            </a:r>
            <a:r>
              <a:rPr lang="en-AU" sz="2000" dirty="0" smtClean="0"/>
              <a:t>final report with recommendations </a:t>
            </a:r>
            <a:r>
              <a:rPr lang="en-AU" sz="2000" dirty="0"/>
              <a:t>including a prioritised list of </a:t>
            </a:r>
            <a:r>
              <a:rPr lang="en-AU" sz="2000" dirty="0" smtClean="0"/>
              <a:t>actions (summarised in this slide pack)</a:t>
            </a:r>
            <a:endParaRPr lang="en-AU" sz="2000" dirty="0"/>
          </a:p>
        </p:txBody>
      </p:sp>
    </p:spTree>
    <p:extLst>
      <p:ext uri="{BB962C8B-B14F-4D97-AF65-F5344CB8AC3E}">
        <p14:creationId xmlns:p14="http://schemas.microsoft.com/office/powerpoint/2010/main" val="1011706582"/>
      </p:ext>
    </p:extLst>
  </p:cSld>
  <p:clrMapOvr>
    <a:masterClrMapping/>
  </p:clrMapOvr>
  <p:transition spd="slow">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Conclusion</a:t>
            </a:r>
            <a:endParaRPr lang="en-AU" dirty="0"/>
          </a:p>
        </p:txBody>
      </p:sp>
      <p:sp>
        <p:nvSpPr>
          <p:cNvPr id="3" name="TextBox 2"/>
          <p:cNvSpPr txBox="1"/>
          <p:nvPr/>
        </p:nvSpPr>
        <p:spPr>
          <a:xfrm>
            <a:off x="827584" y="1556792"/>
            <a:ext cx="7488832" cy="3374770"/>
          </a:xfrm>
          <a:prstGeom prst="rect">
            <a:avLst/>
          </a:prstGeom>
          <a:noFill/>
        </p:spPr>
        <p:txBody>
          <a:bodyPr wrap="square" rtlCol="0">
            <a:spAutoFit/>
          </a:bodyPr>
          <a:lstStyle/>
          <a:p>
            <a:pPr algn="l"/>
            <a:r>
              <a:rPr lang="en-AU" sz="1800" dirty="0" smtClean="0"/>
              <a:t>The agency Chief Officers have reviewed this pack during individual interviews and have agreed with the findings as expressed. They have also offered their constructive feedback which has been incorporated into this pack and the final report.</a:t>
            </a:r>
          </a:p>
          <a:p>
            <a:pPr algn="l"/>
            <a:r>
              <a:rPr lang="en-AU" sz="1800" dirty="0" smtClean="0"/>
              <a:t>The Chiefs also offered their appreciation of the COP team efforts.</a:t>
            </a:r>
          </a:p>
          <a:p>
            <a:pPr algn="l"/>
            <a:r>
              <a:rPr lang="en-AU" sz="1800" dirty="0" smtClean="0"/>
              <a:t>The COP team thanks the Chiefs and agencies for their time and availability.</a:t>
            </a:r>
          </a:p>
          <a:p>
            <a:pPr algn="l"/>
            <a:endParaRPr lang="en-AU" sz="1800" dirty="0"/>
          </a:p>
          <a:p>
            <a:pPr algn="l"/>
            <a:r>
              <a:rPr lang="en-AU" sz="1800" dirty="0" smtClean="0"/>
              <a:t>Frank Stockton, COP Team Leader, Dec, 2011</a:t>
            </a:r>
            <a:endParaRPr lang="en-AU" sz="1800" dirty="0"/>
          </a:p>
        </p:txBody>
      </p:sp>
    </p:spTree>
    <p:extLst>
      <p:ext uri="{BB962C8B-B14F-4D97-AF65-F5344CB8AC3E}">
        <p14:creationId xmlns:p14="http://schemas.microsoft.com/office/powerpoint/2010/main" val="1858957510"/>
      </p:ext>
    </p:extLst>
  </p:cSld>
  <p:clrMapOvr>
    <a:masterClrMapping/>
  </p:clrMapOvr>
  <p:transition spd="slow">
    <p:wipe dir="r"/>
  </p:transition>
  <p:timing>
    <p:tnLst>
      <p:par>
        <p:cTn id="1" dur="indefinite" restart="never" nodeType="tmRoot"/>
      </p:par>
    </p:tnLst>
  </p:timing>
</p:sld>
</file>

<file path=ppt/theme/theme1.xml><?xml version="1.0" encoding="utf-8"?>
<a:theme xmlns:a="http://schemas.openxmlformats.org/drawingml/2006/main" name="PowerPoint Presentation">
  <a:themeElements>
    <a:clrScheme name="PowerPoint Presentation 1">
      <a:dk1>
        <a:srgbClr val="58585A"/>
      </a:dk1>
      <a:lt1>
        <a:srgbClr val="FFFFFF"/>
      </a:lt1>
      <a:dk2>
        <a:srgbClr val="58585A"/>
      </a:dk2>
      <a:lt2>
        <a:srgbClr val="0080AB"/>
      </a:lt2>
      <a:accent1>
        <a:srgbClr val="00ABD6"/>
      </a:accent1>
      <a:accent2>
        <a:srgbClr val="E43037"/>
      </a:accent2>
      <a:accent3>
        <a:srgbClr val="FFFFFF"/>
      </a:accent3>
      <a:accent4>
        <a:srgbClr val="4A4A4C"/>
      </a:accent4>
      <a:accent5>
        <a:srgbClr val="AAD2E8"/>
      </a:accent5>
      <a:accent6>
        <a:srgbClr val="CF2A31"/>
      </a:accent6>
      <a:hlink>
        <a:srgbClr val="FDCB27"/>
      </a:hlink>
      <a:folHlink>
        <a:srgbClr val="10577E"/>
      </a:folHlink>
    </a:clrScheme>
    <a:fontScheme name="PowerPoint Presentatio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olidFill>
            <a:srgbClr val="002060"/>
          </a:solidFill>
        </a:ln>
      </a:spPr>
      <a:bodyPr vert="horz" wrap="none" lIns="0" tIns="0" rIns="0" bIns="0" numCol="1" rtlCol="0" anchor="ctr" anchorCtr="0" compatLnSpc="1">
        <a:prstTxWarp prst="textNoShape">
          <a:avLst/>
        </a:prstTxWarp>
      </a:bodyPr>
      <a:lstStyle>
        <a:defPPr marL="0" marR="0" indent="0" algn="ctr" defTabSz="914400" rtl="0" eaLnBrk="1" fontAlgn="base" latinLnBrk="0" hangingPunct="1">
          <a:lnSpc>
            <a:spcPct val="105000"/>
          </a:lnSpc>
          <a:spcBef>
            <a:spcPct val="60000"/>
          </a:spcBef>
          <a:spcAft>
            <a:spcPct val="0"/>
          </a:spcAft>
          <a:buClrTx/>
          <a:buSzTx/>
          <a:buFontTx/>
          <a:buNone/>
          <a:tabLst/>
          <a:defRPr kumimoji="0" sz="1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5000"/>
          </a:lnSpc>
          <a:spcBef>
            <a:spcPct val="60000"/>
          </a:spcBef>
          <a:spcAft>
            <a:spcPct val="0"/>
          </a:spcAft>
          <a:buClrTx/>
          <a:buSzTx/>
          <a:buFontTx/>
          <a:buNone/>
          <a:tabLst/>
          <a:defRPr kumimoji="0" lang="en-AU" sz="1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owerPoint Presentation 1">
        <a:dk1>
          <a:srgbClr val="58585A"/>
        </a:dk1>
        <a:lt1>
          <a:srgbClr val="FFFFFF"/>
        </a:lt1>
        <a:dk2>
          <a:srgbClr val="58585A"/>
        </a:dk2>
        <a:lt2>
          <a:srgbClr val="0080AB"/>
        </a:lt2>
        <a:accent1>
          <a:srgbClr val="00ABD6"/>
        </a:accent1>
        <a:accent2>
          <a:srgbClr val="E43037"/>
        </a:accent2>
        <a:accent3>
          <a:srgbClr val="FFFFFF"/>
        </a:accent3>
        <a:accent4>
          <a:srgbClr val="4A4A4C"/>
        </a:accent4>
        <a:accent5>
          <a:srgbClr val="AAD2E8"/>
        </a:accent5>
        <a:accent6>
          <a:srgbClr val="CF2A31"/>
        </a:accent6>
        <a:hlink>
          <a:srgbClr val="FDCB27"/>
        </a:hlink>
        <a:folHlink>
          <a:srgbClr val="10577E"/>
        </a:folHlink>
      </a:clrScheme>
      <a:clrMap bg1="lt1" tx1="dk1" bg2="lt2" tx2="dk2" accent1="accent1" accent2="accent2" accent3="accent3" accent4="accent4" accent5="accent5" accent6="accent6" hlink="hlink" folHlink="folHlink"/>
    </a:extraClrScheme>
    <a:extraClrScheme>
      <a:clrScheme name="PowerPoint Presentation 2">
        <a:dk1>
          <a:srgbClr val="0080AB"/>
        </a:dk1>
        <a:lt1>
          <a:srgbClr val="E6E6E6"/>
        </a:lt1>
        <a:dk2>
          <a:srgbClr val="4C4C4C"/>
        </a:dk2>
        <a:lt2>
          <a:srgbClr val="E6E6E6"/>
        </a:lt2>
        <a:accent1>
          <a:srgbClr val="00ABD6"/>
        </a:accent1>
        <a:accent2>
          <a:srgbClr val="E43037"/>
        </a:accent2>
        <a:accent3>
          <a:srgbClr val="B2B2B2"/>
        </a:accent3>
        <a:accent4>
          <a:srgbClr val="C4C4C4"/>
        </a:accent4>
        <a:accent5>
          <a:srgbClr val="AAD2E8"/>
        </a:accent5>
        <a:accent6>
          <a:srgbClr val="CF2A31"/>
        </a:accent6>
        <a:hlink>
          <a:srgbClr val="FDCB27"/>
        </a:hlink>
        <a:folHlink>
          <a:srgbClr val="10577E"/>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Presentation</Template>
  <TotalTime>2292</TotalTime>
  <Words>1543</Words>
  <Application>Microsoft Office PowerPoint</Application>
  <PresentationFormat>On-screen Show (4:3)</PresentationFormat>
  <Paragraphs>284</Paragraphs>
  <Slides>27</Slides>
  <Notes>10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PowerPoint Presentation</vt:lpstr>
      <vt:lpstr>Common Operating Picture  Phase 1a Findings</vt:lpstr>
      <vt:lpstr>The Project Task…</vt:lpstr>
      <vt:lpstr>Summary of Stakeholder Groups </vt:lpstr>
      <vt:lpstr>Approach to Project</vt:lpstr>
      <vt:lpstr>COP Principles…(derived from interviews, surveys and agency team members)</vt:lpstr>
      <vt:lpstr>COP Principles</vt:lpstr>
      <vt:lpstr>PowerPoint Presentation</vt:lpstr>
      <vt:lpstr>From the interviews and surveys  we determined the information class weightings…for various views and event types…</vt:lpstr>
      <vt:lpstr>Information Datasets evaluated as being essential to COP (blue)</vt:lpstr>
      <vt:lpstr>Information Datasets evaluated as being highly valuable (green) or useful (white) to COP</vt:lpstr>
      <vt:lpstr>Each dataset has been subjected to evaluation on the basis of the weightings and other criteria such as ability to share…  </vt:lpstr>
      <vt:lpstr>Information Data Set Groupings</vt:lpstr>
      <vt:lpstr>Base Information Dataset</vt:lpstr>
      <vt:lpstr>Assets and Values</vt:lpstr>
      <vt:lpstr>Weather</vt:lpstr>
      <vt:lpstr>Incident</vt:lpstr>
      <vt:lpstr>Warnings</vt:lpstr>
      <vt:lpstr>Resources</vt:lpstr>
      <vt:lpstr>Plans</vt:lpstr>
      <vt:lpstr>Procedures &amp; Documents</vt:lpstr>
      <vt:lpstr>Impacts</vt:lpstr>
      <vt:lpstr>Actions: Information Groups Required for COP</vt:lpstr>
      <vt:lpstr>Major Findings/Recommendations for Action</vt:lpstr>
      <vt:lpstr>Findings listed in order of Benefit/Ease of Implementation</vt:lpstr>
      <vt:lpstr>Findings listed in order of Benefit/Ease of Implementation – Cont’d</vt:lpstr>
      <vt:lpstr>Summary</vt:lpstr>
      <vt:lpstr>Conclusion</vt:lpstr>
    </vt:vector>
  </TitlesOfParts>
  <Company>Dept. of Justice Victoria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Pau Davis</dc:creator>
  <cp:lastModifiedBy>Event Equipment</cp:lastModifiedBy>
  <cp:revision>197</cp:revision>
  <cp:lastPrinted>2011-11-23T00:09:35Z</cp:lastPrinted>
  <dcterms:created xsi:type="dcterms:W3CDTF">2011-09-22T01:44:52Z</dcterms:created>
  <dcterms:modified xsi:type="dcterms:W3CDTF">2011-12-01T22:27:42Z</dcterms:modified>
</cp:coreProperties>
</file>